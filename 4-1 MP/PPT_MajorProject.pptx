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9" r:id="rId3"/>
    <p:sldId id="327" r:id="rId4"/>
    <p:sldId id="333" r:id="rId5"/>
    <p:sldId id="340" r:id="rId6"/>
    <p:sldId id="328" r:id="rId7"/>
    <p:sldId id="341" r:id="rId8"/>
    <p:sldId id="342" r:id="rId9"/>
    <p:sldId id="343" r:id="rId10"/>
    <p:sldId id="344" r:id="rId11"/>
    <p:sldId id="329" r:id="rId12"/>
    <p:sldId id="334" r:id="rId13"/>
    <p:sldId id="330" r:id="rId14"/>
    <p:sldId id="335" r:id="rId15"/>
    <p:sldId id="336" r:id="rId16"/>
    <p:sldId id="337" r:id="rId17"/>
    <p:sldId id="338" r:id="rId18"/>
    <p:sldId id="331" r:id="rId19"/>
    <p:sldId id="326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601DFA-5BEA-4536-A489-0F9DB6525CE9}" v="15" dt="2026-07-31T09:32:41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8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deep Mudhiraj" userId="44881e38b199b171" providerId="LiveId" clId="{355857B9-E718-45F1-8B43-F349DFA8CB44}"/>
    <pc:docChg chg="undo custSel addSld delSld modSld sldOrd">
      <pc:chgData name="Anudeep Mudhiraj" userId="44881e38b199b171" providerId="LiveId" clId="{355857B9-E718-45F1-8B43-F349DFA8CB44}" dt="2026-07-31T09:32:41.696" v="917" actId="14100"/>
      <pc:docMkLst>
        <pc:docMk/>
      </pc:docMkLst>
      <pc:sldChg chg="modSp mod">
        <pc:chgData name="Anudeep Mudhiraj" userId="44881e38b199b171" providerId="LiveId" clId="{355857B9-E718-45F1-8B43-F349DFA8CB44}" dt="2026-07-11T07:22:47.659" v="751" actId="20577"/>
        <pc:sldMkLst>
          <pc:docMk/>
          <pc:sldMk cId="0" sldId="256"/>
        </pc:sldMkLst>
        <pc:spChg chg="mod">
          <ac:chgData name="Anudeep Mudhiraj" userId="44881e38b199b171" providerId="LiveId" clId="{355857B9-E718-45F1-8B43-F349DFA8CB44}" dt="2026-07-11T06:41:10.326" v="313" actId="1076"/>
          <ac:spMkLst>
            <pc:docMk/>
            <pc:sldMk cId="0" sldId="256"/>
            <ac:spMk id="2" creationId="{632D7E6D-6E0E-F616-7A42-43C31B571F50}"/>
          </ac:spMkLst>
        </pc:spChg>
        <pc:spChg chg="mod">
          <ac:chgData name="Anudeep Mudhiraj" userId="44881e38b199b171" providerId="LiveId" clId="{355857B9-E718-45F1-8B43-F349DFA8CB44}" dt="2026-07-11T06:40:56.327" v="311" actId="1076"/>
          <ac:spMkLst>
            <pc:docMk/>
            <pc:sldMk cId="0" sldId="256"/>
            <ac:spMk id="6" creationId="{11A0C6ED-F6BC-B983-5BE1-164F7931740F}"/>
          </ac:spMkLst>
        </pc:spChg>
        <pc:spChg chg="mod">
          <ac:chgData name="Anudeep Mudhiraj" userId="44881e38b199b171" providerId="LiveId" clId="{355857B9-E718-45F1-8B43-F349DFA8CB44}" dt="2026-07-11T06:40:13.722" v="307" actId="20577"/>
          <ac:spMkLst>
            <pc:docMk/>
            <pc:sldMk cId="0" sldId="256"/>
            <ac:spMk id="7" creationId="{2CD76FAC-2659-E3C8-F5FF-5277E8ACD478}"/>
          </ac:spMkLst>
        </pc:spChg>
        <pc:spChg chg="mod">
          <ac:chgData name="Anudeep Mudhiraj" userId="44881e38b199b171" providerId="LiveId" clId="{355857B9-E718-45F1-8B43-F349DFA8CB44}" dt="2026-07-11T06:40:41.255" v="309" actId="1076"/>
          <ac:spMkLst>
            <pc:docMk/>
            <pc:sldMk cId="0" sldId="256"/>
            <ac:spMk id="9" creationId="{81D74FB6-115D-87F5-7741-2010334675C7}"/>
          </ac:spMkLst>
        </pc:spChg>
        <pc:spChg chg="mod">
          <ac:chgData name="Anudeep Mudhiraj" userId="44881e38b199b171" providerId="LiveId" clId="{355857B9-E718-45F1-8B43-F349DFA8CB44}" dt="2026-07-11T06:41:02.184" v="312" actId="1076"/>
          <ac:spMkLst>
            <pc:docMk/>
            <pc:sldMk cId="0" sldId="256"/>
            <ac:spMk id="10" creationId="{1B0F03C7-A9F1-F1FB-307D-135A0631D5FF}"/>
          </ac:spMkLst>
        </pc:spChg>
        <pc:graphicFrameChg chg="mod modGraphic">
          <ac:chgData name="Anudeep Mudhiraj" userId="44881e38b199b171" providerId="LiveId" clId="{355857B9-E718-45F1-8B43-F349DFA8CB44}" dt="2026-07-11T07:22:47.659" v="751" actId="20577"/>
          <ac:graphicFrameMkLst>
            <pc:docMk/>
            <pc:sldMk cId="0" sldId="256"/>
            <ac:graphicFrameMk id="12" creationId="{4B858B43-3EB5-52D8-0C3E-5DFB0633C93B}"/>
          </ac:graphicFrameMkLst>
        </pc:graphicFrameChg>
      </pc:sldChg>
      <pc:sldChg chg="modSp mod modAnim">
        <pc:chgData name="Anudeep Mudhiraj" userId="44881e38b199b171" providerId="LiveId" clId="{355857B9-E718-45F1-8B43-F349DFA8CB44}" dt="2026-07-11T07:27:05.462" v="770" actId="20577"/>
        <pc:sldMkLst>
          <pc:docMk/>
          <pc:sldMk cId="0" sldId="259"/>
        </pc:sldMkLst>
        <pc:spChg chg="mod">
          <ac:chgData name="Anudeep Mudhiraj" userId="44881e38b199b171" providerId="LiveId" clId="{355857B9-E718-45F1-8B43-F349DFA8CB44}" dt="2026-07-11T07:27:05.462" v="770" actId="20577"/>
          <ac:spMkLst>
            <pc:docMk/>
            <pc:sldMk cId="0" sldId="259"/>
            <ac:spMk id="3" creationId="{5ED4925D-7C70-EFD6-157C-3EFEE75D1825}"/>
          </ac:spMkLst>
        </pc:spChg>
      </pc:sldChg>
      <pc:sldChg chg="modSp mod">
        <pc:chgData name="Anudeep Mudhiraj" userId="44881e38b199b171" providerId="LiveId" clId="{355857B9-E718-45F1-8B43-F349DFA8CB44}" dt="2026-07-11T06:44:09.443" v="352" actId="113"/>
        <pc:sldMkLst>
          <pc:docMk/>
          <pc:sldMk cId="0" sldId="327"/>
        </pc:sldMkLst>
        <pc:spChg chg="mod">
          <ac:chgData name="Anudeep Mudhiraj" userId="44881e38b199b171" providerId="LiveId" clId="{355857B9-E718-45F1-8B43-F349DFA8CB44}" dt="2026-07-11T06:44:09.443" v="352" actId="113"/>
          <ac:spMkLst>
            <pc:docMk/>
            <pc:sldMk cId="0" sldId="327"/>
            <ac:spMk id="3" creationId="{E4955CB3-CE6C-6BDC-1479-DFE50C996B31}"/>
          </ac:spMkLst>
        </pc:spChg>
      </pc:sldChg>
      <pc:sldChg chg="modSp add del mod">
        <pc:chgData name="Anudeep Mudhiraj" userId="44881e38b199b171" providerId="LiveId" clId="{355857B9-E718-45F1-8B43-F349DFA8CB44}" dt="2026-07-11T07:09:47.732" v="612" actId="47"/>
        <pc:sldMkLst>
          <pc:docMk/>
          <pc:sldMk cId="0" sldId="328"/>
        </pc:sldMkLst>
        <pc:spChg chg="mod">
          <ac:chgData name="Anudeep Mudhiraj" userId="44881e38b199b171" providerId="LiveId" clId="{355857B9-E718-45F1-8B43-F349DFA8CB44}" dt="2026-07-11T06:48:18.186" v="371" actId="113"/>
          <ac:spMkLst>
            <pc:docMk/>
            <pc:sldMk cId="0" sldId="328"/>
            <ac:spMk id="3" creationId="{900D3389-F965-4825-E122-540100680198}"/>
          </ac:spMkLst>
        </pc:spChg>
      </pc:sldChg>
      <pc:sldChg chg="addSp delSp modSp mod">
        <pc:chgData name="Anudeep Mudhiraj" userId="44881e38b199b171" providerId="LiveId" clId="{355857B9-E718-45F1-8B43-F349DFA8CB44}" dt="2026-07-11T07:17:51.139" v="673" actId="255"/>
        <pc:sldMkLst>
          <pc:docMk/>
          <pc:sldMk cId="0" sldId="329"/>
        </pc:sldMkLst>
        <pc:graphicFrameChg chg="add mod modGraphic">
          <ac:chgData name="Anudeep Mudhiraj" userId="44881e38b199b171" providerId="LiveId" clId="{355857B9-E718-45F1-8B43-F349DFA8CB44}" dt="2026-07-11T07:17:51.139" v="673" actId="255"/>
          <ac:graphicFrameMkLst>
            <pc:docMk/>
            <pc:sldMk cId="0" sldId="329"/>
            <ac:graphicFrameMk id="6" creationId="{BD93EB3A-797A-1C9C-9FF2-1FD34A79A41A}"/>
          </ac:graphicFrameMkLst>
        </pc:graphicFrameChg>
      </pc:sldChg>
      <pc:sldChg chg="modSp mod">
        <pc:chgData name="Anudeep Mudhiraj" userId="44881e38b199b171" providerId="LiveId" clId="{355857B9-E718-45F1-8B43-F349DFA8CB44}" dt="2026-07-11T06:55:56.614" v="483" actId="5793"/>
        <pc:sldMkLst>
          <pc:docMk/>
          <pc:sldMk cId="0" sldId="330"/>
        </pc:sldMkLst>
        <pc:spChg chg="mod">
          <ac:chgData name="Anudeep Mudhiraj" userId="44881e38b199b171" providerId="LiveId" clId="{355857B9-E718-45F1-8B43-F349DFA8CB44}" dt="2026-07-11T06:55:56.614" v="483" actId="5793"/>
          <ac:spMkLst>
            <pc:docMk/>
            <pc:sldMk cId="0" sldId="330"/>
            <ac:spMk id="3" creationId="{815DD4CB-253E-F5D2-F755-CBCEFF5B0699}"/>
          </ac:spMkLst>
        </pc:spChg>
      </pc:sldChg>
      <pc:sldChg chg="modSp mod">
        <pc:chgData name="Anudeep Mudhiraj" userId="44881e38b199b171" providerId="LiveId" clId="{355857B9-E718-45F1-8B43-F349DFA8CB44}" dt="2026-07-11T07:21:45.601" v="743" actId="14100"/>
        <pc:sldMkLst>
          <pc:docMk/>
          <pc:sldMk cId="0" sldId="331"/>
        </pc:sldMkLst>
        <pc:spChg chg="mod">
          <ac:chgData name="Anudeep Mudhiraj" userId="44881e38b199b171" providerId="LiveId" clId="{355857B9-E718-45F1-8B43-F349DFA8CB44}" dt="2026-07-11T07:21:45.601" v="743" actId="14100"/>
          <ac:spMkLst>
            <pc:docMk/>
            <pc:sldMk cId="0" sldId="331"/>
            <ac:spMk id="3" creationId="{99ADADFF-64F2-DEE6-B50B-34126AF7412A}"/>
          </ac:spMkLst>
        </pc:spChg>
      </pc:sldChg>
      <pc:sldChg chg="modSp mod">
        <pc:chgData name="Anudeep Mudhiraj" userId="44881e38b199b171" providerId="LiveId" clId="{355857B9-E718-45F1-8B43-F349DFA8CB44}" dt="2026-07-11T06:46:48.530" v="361" actId="113"/>
        <pc:sldMkLst>
          <pc:docMk/>
          <pc:sldMk cId="0" sldId="333"/>
        </pc:sldMkLst>
        <pc:spChg chg="mod">
          <ac:chgData name="Anudeep Mudhiraj" userId="44881e38b199b171" providerId="LiveId" clId="{355857B9-E718-45F1-8B43-F349DFA8CB44}" dt="2026-07-11T06:46:48.530" v="361" actId="113"/>
          <ac:spMkLst>
            <pc:docMk/>
            <pc:sldMk cId="0" sldId="333"/>
            <ac:spMk id="3" creationId="{64FA3182-FA99-7B9D-B96E-A9E072C3A2C1}"/>
          </ac:spMkLst>
        </pc:spChg>
      </pc:sldChg>
      <pc:sldChg chg="modSp mod">
        <pc:chgData name="Anudeep Mudhiraj" userId="44881e38b199b171" providerId="LiveId" clId="{355857B9-E718-45F1-8B43-F349DFA8CB44}" dt="2026-07-11T06:51:52.227" v="393" actId="113"/>
        <pc:sldMkLst>
          <pc:docMk/>
          <pc:sldMk cId="0" sldId="334"/>
        </pc:sldMkLst>
        <pc:spChg chg="mod">
          <ac:chgData name="Anudeep Mudhiraj" userId="44881e38b199b171" providerId="LiveId" clId="{355857B9-E718-45F1-8B43-F349DFA8CB44}" dt="2026-07-11T06:51:52.227" v="393" actId="113"/>
          <ac:spMkLst>
            <pc:docMk/>
            <pc:sldMk cId="0" sldId="334"/>
            <ac:spMk id="3" creationId="{8527FB4F-5906-D5C2-C9EF-616F2218CCFB}"/>
          </ac:spMkLst>
        </pc:spChg>
      </pc:sldChg>
      <pc:sldChg chg="addSp delSp modSp mod">
        <pc:chgData name="Anudeep Mudhiraj" userId="44881e38b199b171" providerId="LiveId" clId="{355857B9-E718-45F1-8B43-F349DFA8CB44}" dt="2026-07-11T07:18:09.343" v="676" actId="14100"/>
        <pc:sldMkLst>
          <pc:docMk/>
          <pc:sldMk cId="884099337" sldId="335"/>
        </pc:sldMkLst>
        <pc:graphicFrameChg chg="add mod modGraphic">
          <ac:chgData name="Anudeep Mudhiraj" userId="44881e38b199b171" providerId="LiveId" clId="{355857B9-E718-45F1-8B43-F349DFA8CB44}" dt="2026-07-11T07:18:09.343" v="676" actId="14100"/>
          <ac:graphicFrameMkLst>
            <pc:docMk/>
            <pc:sldMk cId="884099337" sldId="335"/>
            <ac:graphicFrameMk id="2" creationId="{3D320E8A-105F-328C-8E2E-DFCB017A8ACE}"/>
          </ac:graphicFrameMkLst>
        </pc:graphicFrameChg>
      </pc:sldChg>
      <pc:sldChg chg="addSp delSp modSp mod">
        <pc:chgData name="Anudeep Mudhiraj" userId="44881e38b199b171" providerId="LiveId" clId="{355857B9-E718-45F1-8B43-F349DFA8CB44}" dt="2026-07-11T07:18:16.439" v="677" actId="14100"/>
        <pc:sldMkLst>
          <pc:docMk/>
          <pc:sldMk cId="1696918495" sldId="336"/>
        </pc:sldMkLst>
        <pc:graphicFrameChg chg="add mod modGraphic">
          <ac:chgData name="Anudeep Mudhiraj" userId="44881e38b199b171" providerId="LiveId" clId="{355857B9-E718-45F1-8B43-F349DFA8CB44}" dt="2026-07-11T07:18:16.439" v="677" actId="14100"/>
          <ac:graphicFrameMkLst>
            <pc:docMk/>
            <pc:sldMk cId="1696918495" sldId="336"/>
            <ac:graphicFrameMk id="7" creationId="{6D39FD84-52C6-099D-67E2-2035EE54BF68}"/>
          </ac:graphicFrameMkLst>
        </pc:graphicFrameChg>
      </pc:sldChg>
      <pc:sldChg chg="addSp delSp modSp mod">
        <pc:chgData name="Anudeep Mudhiraj" userId="44881e38b199b171" providerId="LiveId" clId="{355857B9-E718-45F1-8B43-F349DFA8CB44}" dt="2026-07-11T07:18:28.397" v="678" actId="14100"/>
        <pc:sldMkLst>
          <pc:docMk/>
          <pc:sldMk cId="1536246375" sldId="337"/>
        </pc:sldMkLst>
        <pc:graphicFrameChg chg="add mod modGraphic">
          <ac:chgData name="Anudeep Mudhiraj" userId="44881e38b199b171" providerId="LiveId" clId="{355857B9-E718-45F1-8B43-F349DFA8CB44}" dt="2026-07-11T07:18:28.397" v="678" actId="14100"/>
          <ac:graphicFrameMkLst>
            <pc:docMk/>
            <pc:sldMk cId="1536246375" sldId="337"/>
            <ac:graphicFrameMk id="2" creationId="{B26059CB-BD75-E3DA-CDF7-45C22776088B}"/>
          </ac:graphicFrameMkLst>
        </pc:graphicFrameChg>
      </pc:sldChg>
      <pc:sldChg chg="addSp delSp modSp mod">
        <pc:chgData name="Anudeep Mudhiraj" userId="44881e38b199b171" providerId="LiveId" clId="{355857B9-E718-45F1-8B43-F349DFA8CB44}" dt="2026-07-11T07:18:44.755" v="681" actId="14100"/>
        <pc:sldMkLst>
          <pc:docMk/>
          <pc:sldMk cId="1263141427" sldId="338"/>
        </pc:sldMkLst>
        <pc:picChg chg="add mod">
          <ac:chgData name="Anudeep Mudhiraj" userId="44881e38b199b171" providerId="LiveId" clId="{355857B9-E718-45F1-8B43-F349DFA8CB44}" dt="2026-07-11T07:18:44.755" v="681" actId="14100"/>
          <ac:picMkLst>
            <pc:docMk/>
            <pc:sldMk cId="1263141427" sldId="338"/>
            <ac:picMk id="2" creationId="{86C4A421-6135-E2B4-8B04-C5D854C2A601}"/>
          </ac:picMkLst>
        </pc:picChg>
      </pc:sldChg>
      <pc:sldChg chg="modSp add mod">
        <pc:chgData name="Anudeep Mudhiraj" userId="44881e38b199b171" providerId="LiveId" clId="{355857B9-E718-45F1-8B43-F349DFA8CB44}" dt="2026-07-11T07:12:48.777" v="665" actId="113"/>
        <pc:sldMkLst>
          <pc:docMk/>
          <pc:sldMk cId="1380218722" sldId="340"/>
        </pc:sldMkLst>
        <pc:spChg chg="mod">
          <ac:chgData name="Anudeep Mudhiraj" userId="44881e38b199b171" providerId="LiveId" clId="{355857B9-E718-45F1-8B43-F349DFA8CB44}" dt="2026-07-11T07:10:35.042" v="654" actId="20577"/>
          <ac:spMkLst>
            <pc:docMk/>
            <pc:sldMk cId="1380218722" sldId="340"/>
            <ac:spMk id="2" creationId="{F0A2C40F-092B-7B8B-DF06-732E5676338B}"/>
          </ac:spMkLst>
        </pc:spChg>
        <pc:spChg chg="mod">
          <ac:chgData name="Anudeep Mudhiraj" userId="44881e38b199b171" providerId="LiveId" clId="{355857B9-E718-45F1-8B43-F349DFA8CB44}" dt="2026-07-11T07:12:48.777" v="665" actId="113"/>
          <ac:spMkLst>
            <pc:docMk/>
            <pc:sldMk cId="1380218722" sldId="340"/>
            <ac:spMk id="3" creationId="{36CA6E2B-D455-A201-31FD-CA6FE7CB2368}"/>
          </ac:spMkLst>
        </pc:spChg>
      </pc:sldChg>
      <pc:sldChg chg="addSp delSp modSp add mod ord">
        <pc:chgData name="Anudeep Mudhiraj" userId="44881e38b199b171" providerId="LiveId" clId="{355857B9-E718-45F1-8B43-F349DFA8CB44}" dt="2026-07-31T09:32:41.696" v="917" actId="14100"/>
        <pc:sldMkLst>
          <pc:docMk/>
          <pc:sldMk cId="2935826841" sldId="341"/>
        </pc:sldMkLst>
        <pc:spChg chg="mod">
          <ac:chgData name="Anudeep Mudhiraj" userId="44881e38b199b171" providerId="LiveId" clId="{355857B9-E718-45F1-8B43-F349DFA8CB44}" dt="2026-07-31T06:06:51.638" v="839" actId="20577"/>
          <ac:spMkLst>
            <pc:docMk/>
            <pc:sldMk cId="2935826841" sldId="341"/>
            <ac:spMk id="2" creationId="{F9271B1C-0224-3650-8C2C-5D420D7922A5}"/>
          </ac:spMkLst>
        </pc:spChg>
        <pc:spChg chg="del mod">
          <ac:chgData name="Anudeep Mudhiraj" userId="44881e38b199b171" providerId="LiveId" clId="{355857B9-E718-45F1-8B43-F349DFA8CB44}" dt="2026-07-31T06:07:09.645" v="840" actId="931"/>
          <ac:spMkLst>
            <pc:docMk/>
            <pc:sldMk cId="2935826841" sldId="341"/>
            <ac:spMk id="3" creationId="{7B143C0C-8BEF-163C-C9F6-6B8EF2782C5E}"/>
          </ac:spMkLst>
        </pc:spChg>
        <pc:spChg chg="add del mod">
          <ac:chgData name="Anudeep Mudhiraj" userId="44881e38b199b171" providerId="LiveId" clId="{355857B9-E718-45F1-8B43-F349DFA8CB44}" dt="2026-07-31T09:32:30.399" v="913" actId="931"/>
          <ac:spMkLst>
            <pc:docMk/>
            <pc:sldMk cId="2935826841" sldId="341"/>
            <ac:spMk id="6" creationId="{0CC45BDA-FA5F-0772-98D6-2CC4FFD358CC}"/>
          </ac:spMkLst>
        </pc:spChg>
        <pc:picChg chg="add del mod ord">
          <ac:chgData name="Anudeep Mudhiraj" userId="44881e38b199b171" providerId="LiveId" clId="{355857B9-E718-45F1-8B43-F349DFA8CB44}" dt="2026-07-31T09:32:12.324" v="912" actId="478"/>
          <ac:picMkLst>
            <pc:docMk/>
            <pc:sldMk cId="2935826841" sldId="341"/>
            <ac:picMk id="7" creationId="{A5ED4FE9-8946-8FDF-2DB9-73C41C682061}"/>
          </ac:picMkLst>
        </pc:picChg>
        <pc:picChg chg="add mod ord">
          <ac:chgData name="Anudeep Mudhiraj" userId="44881e38b199b171" providerId="LiveId" clId="{355857B9-E718-45F1-8B43-F349DFA8CB44}" dt="2026-07-31T09:32:41.696" v="917" actId="14100"/>
          <ac:picMkLst>
            <pc:docMk/>
            <pc:sldMk cId="2935826841" sldId="341"/>
            <ac:picMk id="9" creationId="{EFADF56F-4834-5A1D-2257-8E313802DF2E}"/>
          </ac:picMkLst>
        </pc:picChg>
      </pc:sldChg>
      <pc:sldChg chg="addSp delSp modSp add mod">
        <pc:chgData name="Anudeep Mudhiraj" userId="44881e38b199b171" providerId="LiveId" clId="{355857B9-E718-45F1-8B43-F349DFA8CB44}" dt="2026-07-31T06:18:25.653" v="885" actId="1076"/>
        <pc:sldMkLst>
          <pc:docMk/>
          <pc:sldMk cId="1024098810" sldId="342"/>
        </pc:sldMkLst>
        <pc:spChg chg="mod">
          <ac:chgData name="Anudeep Mudhiraj" userId="44881e38b199b171" providerId="LiveId" clId="{355857B9-E718-45F1-8B43-F349DFA8CB44}" dt="2026-07-31T06:17:51.801" v="882" actId="20577"/>
          <ac:spMkLst>
            <pc:docMk/>
            <pc:sldMk cId="1024098810" sldId="342"/>
            <ac:spMk id="2" creationId="{AD5D01A7-2AB4-AED4-3E3B-12C83D67BF41}"/>
          </ac:spMkLst>
        </pc:spChg>
        <pc:spChg chg="add mod">
          <ac:chgData name="Anudeep Mudhiraj" userId="44881e38b199b171" providerId="LiveId" clId="{355857B9-E718-45F1-8B43-F349DFA8CB44}" dt="2026-07-31T06:18:25.653" v="885" actId="1076"/>
          <ac:spMkLst>
            <pc:docMk/>
            <pc:sldMk cId="1024098810" sldId="342"/>
            <ac:spMk id="6" creationId="{29F68C75-F562-6899-0E8B-B804C1D7D8A4}"/>
          </ac:spMkLst>
        </pc:spChg>
        <pc:picChg chg="del">
          <ac:chgData name="Anudeep Mudhiraj" userId="44881e38b199b171" providerId="LiveId" clId="{355857B9-E718-45F1-8B43-F349DFA8CB44}" dt="2026-07-31T06:17:41.573" v="844" actId="478"/>
          <ac:picMkLst>
            <pc:docMk/>
            <pc:sldMk cId="1024098810" sldId="342"/>
            <ac:picMk id="7" creationId="{8BEE904A-E13E-9AC9-5261-396D4A0FA590}"/>
          </ac:picMkLst>
        </pc:picChg>
      </pc:sldChg>
      <pc:sldChg chg="addSp delSp modSp add mod">
        <pc:chgData name="Anudeep Mudhiraj" userId="44881e38b199b171" providerId="LiveId" clId="{355857B9-E718-45F1-8B43-F349DFA8CB44}" dt="2026-07-31T06:24:36.397" v="911" actId="5793"/>
        <pc:sldMkLst>
          <pc:docMk/>
          <pc:sldMk cId="1667319258" sldId="343"/>
        </pc:sldMkLst>
        <pc:spChg chg="mod">
          <ac:chgData name="Anudeep Mudhiraj" userId="44881e38b199b171" providerId="LiveId" clId="{355857B9-E718-45F1-8B43-F349DFA8CB44}" dt="2026-07-31T06:24:36.397" v="911" actId="5793"/>
          <ac:spMkLst>
            <pc:docMk/>
            <pc:sldMk cId="1667319258" sldId="343"/>
            <ac:spMk id="6" creationId="{137BBA1E-4772-B63D-A8F6-A376ADB7A0B8}"/>
          </ac:spMkLst>
        </pc:spChg>
        <pc:spChg chg="add del mod">
          <ac:chgData name="Anudeep Mudhiraj" userId="44881e38b199b171" providerId="LiveId" clId="{355857B9-E718-45F1-8B43-F349DFA8CB44}" dt="2026-07-31T06:20:13.591" v="900"/>
          <ac:spMkLst>
            <pc:docMk/>
            <pc:sldMk cId="1667319258" sldId="343"/>
            <ac:spMk id="7" creationId="{5BBCA57A-FC47-8461-3E30-0EDA27C33480}"/>
          </ac:spMkLst>
        </pc:spChg>
      </pc:sldChg>
      <pc:sldChg chg="add del">
        <pc:chgData name="Anudeep Mudhiraj" userId="44881e38b199b171" providerId="LiveId" clId="{355857B9-E718-45F1-8B43-F349DFA8CB44}" dt="2026-07-31T06:19:10.692" v="889"/>
        <pc:sldMkLst>
          <pc:docMk/>
          <pc:sldMk cId="2402346001" sldId="344"/>
        </pc:sldMkLst>
      </pc:sldChg>
      <pc:sldChg chg="modSp add mod">
        <pc:chgData name="Anudeep Mudhiraj" userId="44881e38b199b171" providerId="LiveId" clId="{355857B9-E718-45F1-8B43-F349DFA8CB44}" dt="2026-07-31T06:21:08.409" v="906" actId="255"/>
        <pc:sldMkLst>
          <pc:docMk/>
          <pc:sldMk cId="3056130579" sldId="344"/>
        </pc:sldMkLst>
        <pc:spChg chg="mod">
          <ac:chgData name="Anudeep Mudhiraj" userId="44881e38b199b171" providerId="LiveId" clId="{355857B9-E718-45F1-8B43-F349DFA8CB44}" dt="2026-07-31T06:21:08.409" v="906" actId="255"/>
          <ac:spMkLst>
            <pc:docMk/>
            <pc:sldMk cId="3056130579" sldId="344"/>
            <ac:spMk id="6" creationId="{325DB475-C042-11A7-8A00-857FBA355F4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5BFC36-EA66-7180-3388-B28F096718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D68852-FB2D-91BD-79A2-FF95BB3CF9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12210ED-B1CF-3444-BC33-973D25619692}" type="datetimeFigureOut">
              <a:rPr lang="en-US"/>
              <a:pPr>
                <a:defRPr/>
              </a:pPr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6C350-EBAE-27B8-0D87-37E7B4B70B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60692-CEBE-1262-9D9F-24BDBD7F32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68926C7-D4C0-E442-95D5-D4F6878ACC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90470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0E5141-E897-7B17-0435-9EE1C65517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2C623-2CFC-90B0-D873-DAF92AFD46A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A40FE05-DF68-EE48-9BD6-EB950DB9B0A8}" type="datetimeFigureOut">
              <a:rPr lang="en-US"/>
              <a:pPr>
                <a:defRPr/>
              </a:pPr>
              <a:t>7/31/2026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570E0A6-C30E-7BE6-196F-EE157AC2D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89CA34-110F-A702-1AFB-E4E98DEEB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46F09-0D1F-5ADF-7A11-E11BE5BF6F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021D6-2CF7-5E42-4C84-752739A19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EB7530B-FADF-3841-BF0D-A65637F84C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8865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06C102AD-BDA6-5F87-A82C-B76E68892B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1AB9C41F-2A7C-1BE9-E50F-45E27DB0A0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B2FE4A57-7985-E37E-BB83-413FF0673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26E999-8E2A-1946-A298-804C79F3AD9B}" type="slidenum">
              <a:rPr lang="en-US" altLang="en-US" smtClean="0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489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691CD-6BF4-D210-8CB5-2121B63BE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CC985-5CB4-4C7E-A8D6-1D3071CBF74E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20980-F764-95CD-3B08-6FFD1E2C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6C6F0-A50E-F8BA-3A0C-08A3D923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5DD7C-245B-454D-BBB8-61B5452966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784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A76D4-13A1-8081-2CF1-2256C5D6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85E5D-3540-4C1F-A5B9-7E4E356DF5CB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591C3-74A5-55C4-DDB6-77EB66AC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8367D-80DA-B0EF-BC57-3CF9A817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96073-0439-0442-AC0F-3387FBE486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440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73129-BD5C-0162-8D80-29091257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02EB5-FC62-4A56-A562-29F7D06E787E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09F39-C9D1-3855-7CE9-9D34C759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2D539-F2BC-568F-E582-5DD9ABD8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4754A-C814-C347-830D-F0FDDA2AE7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451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F0821E-AA4F-5209-4DD8-2DD63B35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AF02E-4EE8-4952-8BCB-945D88CE6C0D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E873C8F-8390-F6F5-3C2E-207B4D5F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D23E06-BF9C-4442-3D4C-BFAF4ED1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83558-648C-4647-929A-D401D8561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62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86CB62-BC15-73F4-FDCE-759EB8B8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1B69F-9CE7-4CA0-9BBE-4BC6F7E283BC}" type="datetime1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1C3ADF-22CC-422F-ECF4-7123ABB3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0AD01CB-D38F-C9F1-72D1-C23A029D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8FF40-D1C3-454C-97EE-D1AEBADCD4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62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59A7E6-9F57-8659-F8D4-F77F37D1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96D0-409F-4DE3-A936-CA04CFB07E1D}" type="datetime1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CB3BDA8-3E2A-BA50-A0A2-6D40FEB6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AAAF0DC-B618-501D-3BCE-D336F820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22116-F8A8-A244-9026-EC4C3B96A0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35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42E14E2-CEC5-DEE2-F84B-725D5DC8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EEB12-449C-443B-B1B8-0D8014732737}" type="datetime1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68303D8-3A82-8790-655A-6792E5B0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AD85AB-D76C-D626-F2A0-3215763C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86CB4-0795-EF46-9C01-0365489928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70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45856D-94C1-0299-7B48-DA2D0399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3FE06-B5C7-4388-8263-82AB50210DA7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07D1EE3-0297-B083-A12E-A41D2F07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55E169-255B-622D-47D8-1637B832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2C36DF-6C11-FF46-914C-2A5CEA1D13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10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DD483F-76AB-B4EE-8B9E-FE724C27E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0F8E5C-A785-4CC6-A78C-6F3A56DF7F55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84574D-B53F-EAC1-6F22-7715B8D60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356C5A-277C-ECEC-5A3F-AA9FA447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9BC72-568A-CF40-9380-7AC683B4E9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32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F858E-DE34-6241-9786-881791BA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48B0E-AA5C-4F67-8F40-5CA235019CD6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30335-8D32-6112-DC6D-2749734C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4447E-0150-1505-FB9A-EDCD99E1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C9A59-4DA6-9048-85E2-5E94805EA4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75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A8350-2E8E-9833-5EF2-DC377DCE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B434A-3922-4DB5-A088-8AD23A6B8F9B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7444E-8D6B-3942-DDA2-899FDA5E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A0E36-FA89-89B6-67CD-CD3A15AD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CC7D-DBF4-BC43-B794-63258C4487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021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8526579-EDA6-5822-23FE-0752613D7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70D7EDE-9F0B-D18C-C3D3-E2B7E7F22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18941-12D7-19DE-2EA4-3686A0899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593A9D1-BF63-4B5C-A346-5A6E7B98FF2A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18A78-05C1-DEBC-62CD-C7915C6A9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97254-9997-D1C6-37AC-E50E9D414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8672C8F-734D-9C42-B8A2-07C063D17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E4DE83-3011-CED4-9FE3-E94DF84507F3}"/>
              </a:ext>
            </a:extLst>
          </p:cNvPr>
          <p:cNvSpPr txBox="1">
            <a:spLocks/>
          </p:cNvSpPr>
          <p:nvPr/>
        </p:nvSpPr>
        <p:spPr>
          <a:xfrm>
            <a:off x="152400" y="117475"/>
            <a:ext cx="8839200" cy="6664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D7E6D-6E0E-F616-7A42-43C31B571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585589"/>
            <a:ext cx="7315200" cy="838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900" b="1" dirty="0">
                <a:latin typeface="Bahamas" panose="020B0800000000000000" pitchFamily="34" charset="0"/>
              </a:rPr>
              <a:t>   </a:t>
            </a:r>
            <a:br>
              <a:rPr lang="en-US" sz="2900" b="1" dirty="0">
                <a:latin typeface="Bahamas" panose="020B0800000000000000" pitchFamily="34" charset="0"/>
              </a:rPr>
            </a:br>
            <a:r>
              <a:rPr lang="en-US" sz="2400" b="1" dirty="0">
                <a:solidFill>
                  <a:srgbClr val="C00000"/>
                </a:solidFill>
                <a:latin typeface="Bahamas" panose="020B0800000000000000" pitchFamily="34" charset="0"/>
              </a:rPr>
              <a:t>VARDHAMAN COLLEGE OF ENGINEERING, HYDERABAD</a:t>
            </a:r>
            <a:br>
              <a:rPr lang="en-US" sz="2900" b="1" dirty="0">
                <a:latin typeface="Bahamas" panose="020B0800000000000000" pitchFamily="34" charset="0"/>
              </a:rPr>
            </a:br>
            <a:r>
              <a:rPr lang="en-US" sz="2400" b="1" dirty="0"/>
              <a:t>Autonomous institute affiliated to JNTUH </a:t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CSE(AI&amp;ML)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IV-Year Major Project Abstract Level Review</a:t>
            </a:r>
            <a:endParaRPr lang="en-US" sz="36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CD76FAC-2659-E3C8-F5FF-5277E8ACD478}"/>
              </a:ext>
            </a:extLst>
          </p:cNvPr>
          <p:cNvSpPr txBox="1">
            <a:spLocks/>
          </p:cNvSpPr>
          <p:nvPr/>
        </p:nvSpPr>
        <p:spPr>
          <a:xfrm>
            <a:off x="228600" y="5181600"/>
            <a:ext cx="8686800" cy="13716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  <a:latin typeface="Aptos" panose="020B0004020202020204" pitchFamily="34" charset="0"/>
              </a:rPr>
              <a:t>Supervisor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Mr.N.S.S.S.Girish</a:t>
            </a:r>
            <a:r>
              <a:rPr lang="en-US" sz="3000" b="1" dirty="0">
                <a:solidFill>
                  <a:srgbClr val="002060"/>
                </a:solidFill>
                <a:latin typeface="Aptos" panose="020B0004020202020204" pitchFamily="34" charset="0"/>
              </a:rPr>
              <a:t> Kumar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2060"/>
                </a:solidFill>
                <a:latin typeface="Aptos" panose="020B0004020202020204" pitchFamily="34" charset="0"/>
              </a:rPr>
              <a:t>Assistant Professor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2060"/>
                </a:solidFill>
                <a:latin typeface="Aptos" panose="020B0004020202020204" pitchFamily="34" charset="0"/>
              </a:rPr>
              <a:t>Department of CSE(AI&amp;ML)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1D74FB6-115D-87F5-7741-2010334675C7}"/>
              </a:ext>
            </a:extLst>
          </p:cNvPr>
          <p:cNvSpPr txBox="1">
            <a:spLocks/>
          </p:cNvSpPr>
          <p:nvPr/>
        </p:nvSpPr>
        <p:spPr>
          <a:xfrm>
            <a:off x="2514600" y="2652199"/>
            <a:ext cx="3657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32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0F03C7-A9F1-F1FB-307D-135A0631D5FF}"/>
              </a:ext>
            </a:extLst>
          </p:cNvPr>
          <p:cNvSpPr txBox="1">
            <a:spLocks/>
          </p:cNvSpPr>
          <p:nvPr/>
        </p:nvSpPr>
        <p:spPr>
          <a:xfrm>
            <a:off x="266700" y="1450802"/>
            <a:ext cx="8610600" cy="609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Title: Automated Curriculum Design Using LLMs 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858B43-3EB5-52D8-0C3E-5DFB0633C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330843"/>
              </p:ext>
            </p:extLst>
          </p:nvPr>
        </p:nvGraphicFramePr>
        <p:xfrm>
          <a:off x="1219200" y="3212612"/>
          <a:ext cx="6934200" cy="1584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23881A6671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B.Hansika</a:t>
                      </a:r>
                      <a:r>
                        <a:rPr lang="en-US" sz="2000" b="1" dirty="0"/>
                        <a:t> Reddy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23881A66A3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P.Shravani</a:t>
                      </a:r>
                      <a:r>
                        <a:rPr lang="en-US" sz="2000" b="1" dirty="0"/>
                        <a:t> Mudhiraj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23881A66B8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Tashifa</a:t>
                      </a:r>
                      <a:r>
                        <a:rPr lang="en-US" sz="2000" b="1" dirty="0"/>
                        <a:t> Nooreen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805AC0D-A6D9-EB9C-F8AF-085B94A26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" y="381000"/>
            <a:ext cx="885825" cy="8858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1A0C6ED-F6BC-B983-5BE1-164F7931740F}"/>
              </a:ext>
            </a:extLst>
          </p:cNvPr>
          <p:cNvSpPr txBox="1">
            <a:spLocks/>
          </p:cNvSpPr>
          <p:nvPr/>
        </p:nvSpPr>
        <p:spPr>
          <a:xfrm>
            <a:off x="266700" y="2060402"/>
            <a:ext cx="8610600" cy="609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Domain: Quality Education and Skill Development  </a:t>
            </a:r>
          </a:p>
        </p:txBody>
      </p:sp>
      <p:pic>
        <p:nvPicPr>
          <p:cNvPr id="11" name="Picture 10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6C7552B8-7C99-DFFF-5F7C-150282F9B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1038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52B95-9325-F1D8-331B-C878F64E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4925D-7C70-EFD6-157C-3EFEE75D1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Abstract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Introduction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Literature Review  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Existing System  with Pros and Cons (comparison with existing systems- Table)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Problem Statement</a:t>
            </a:r>
            <a:endParaRPr lang="en-US" sz="2500" b="1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Objectives &amp; Expected Deliverables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SDG Mapping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PO Mapping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PSO Mapping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Timeline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References</a:t>
            </a:r>
            <a:endParaRPr lang="en-US" sz="25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5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5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08B2FEF-75CE-22A6-932D-CAC7F2B4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  <a:endParaRPr lang="en-US" dirty="0"/>
          </a:p>
        </p:txBody>
      </p:sp>
      <p:sp>
        <p:nvSpPr>
          <p:cNvPr id="5125" name="Slide Number Placeholder 4">
            <a:extLst>
              <a:ext uri="{FF2B5EF4-FFF2-40B4-BE49-F238E27FC236}">
                <a16:creationId xmlns:a16="http://schemas.microsoft.com/office/drawing/2014/main" id="{B94918F9-C828-DF54-3C56-4890A9AAE0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794640-E00F-3143-842B-AC5CC465A4F0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22F9A820-0F77-1BB7-B6CE-A50E38DF8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D397-13EA-11B4-90BF-BA5CF254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54000"/>
            <a:ext cx="7391400" cy="63976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55CB3-CE6C-6BDC-1479-DFE50C996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r>
              <a:rPr lang="en-IN" sz="2800" dirty="0"/>
              <a:t>Automates curriculum design using Large Language Models (LLMs). </a:t>
            </a:r>
          </a:p>
          <a:p>
            <a:r>
              <a:rPr lang="en-IN" sz="2800" dirty="0"/>
              <a:t>Generates course objectives, module-wise content, and learning outcomes based on user inputs. </a:t>
            </a:r>
          </a:p>
          <a:p>
            <a:r>
              <a:rPr lang="en-IN" sz="2800" dirty="0"/>
              <a:t>Creates weekly learning plans, project ideas, and recommended learning resources. </a:t>
            </a:r>
          </a:p>
          <a:p>
            <a:r>
              <a:rPr lang="en-IN" sz="2800" dirty="0"/>
              <a:t>Reduces manual effort, time, and inconsistencies in curriculum development. </a:t>
            </a:r>
          </a:p>
          <a:p>
            <a:r>
              <a:rPr lang="en-IN" sz="2800" dirty="0"/>
              <a:t>Allows educators to review and customize the generated curriculum. </a:t>
            </a:r>
          </a:p>
          <a:p>
            <a:r>
              <a:rPr lang="en-IN" sz="2800" dirty="0"/>
              <a:t>Supports personalized, high-quality, and up-to-date curriculum development for educational institutions.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7173" name="Slide Number Placeholder 4">
            <a:extLst>
              <a:ext uri="{FF2B5EF4-FFF2-40B4-BE49-F238E27FC236}">
                <a16:creationId xmlns:a16="http://schemas.microsoft.com/office/drawing/2014/main" id="{D048722D-D3DD-12CF-F67D-9D9F60077D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E5103-700D-C248-920B-26408745AF96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3B54C06A-AE75-5A1C-8D8A-CBA4AD169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AE3DF-9C62-5025-ED7A-4FDCC59B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1216-CDDD-472F-9B83-9C3A2C2F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A3182-FA99-7B9D-B96E-A9E072C3A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Curriculum design is a fundamental process that defines course objectives, learning outcomes, and learning content.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Traditional curriculum development is manual, time-consuming, and requires frequent updates.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Rapid technological advancements demand industry-relevant and up-to-date curricula.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Large Language Models (LLMs) can automate curriculum generation by creating structured learning plans from user inputs.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The proposed system aims to reduce educator workload while generating consistent, customizable, and high-quality curricula.</a:t>
            </a: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8197" name="Slide Number Placeholder 4">
            <a:extLst>
              <a:ext uri="{FF2B5EF4-FFF2-40B4-BE49-F238E27FC236}">
                <a16:creationId xmlns:a16="http://schemas.microsoft.com/office/drawing/2014/main" id="{74458AFC-CECD-533F-17A3-0F45005991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7DA0EF8-0E81-7D49-BCA1-A831B702A60A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4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4E969260-C92C-7C2D-1417-D412288F2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716F3-528E-B93A-3E89-CE28FAA5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AF6A-D5EA-9C16-CB3B-21D873057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C40F-092B-7B8B-DF06-732E56763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A6E2B-D455-A201-31FD-CA6FE7CB2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Recent studies show that Large Language Models (LLMs) can effectively support curriculum and instructional design.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 AI-based systems automate the generation of course content, learning outcomes, and teaching plans, reducing manual effort.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 Multi-agent and LLM-based approaches improve the quality and personalization of educational content.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Existing methods have limitations such as high computational cost, limited scalability, and dependence on input quality.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The proposed project addresses these limitations by developing an AI-powered system for automated, customizable curriculum generation.</a:t>
            </a: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8197" name="Slide Number Placeholder 4">
            <a:extLst>
              <a:ext uri="{FF2B5EF4-FFF2-40B4-BE49-F238E27FC236}">
                <a16:creationId xmlns:a16="http://schemas.microsoft.com/office/drawing/2014/main" id="{C60A20B3-7D67-F96B-948D-F7B1814C8F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7DA0EF8-0E81-7D49-BCA1-A831B702A60A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4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1C3CE9DE-8DDC-6EFD-8DD2-04EF6F065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6BFE9-F8FF-F2C1-C494-17E338C6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  <p:extLst>
      <p:ext uri="{BB962C8B-B14F-4D97-AF65-F5344CB8AC3E}">
        <p14:creationId xmlns:p14="http://schemas.microsoft.com/office/powerpoint/2010/main" val="138021872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55EB-ADDC-2BA0-3088-C611A3A4B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Existing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D3389-F965-4825-E122-540100680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Curriculum is designed manually by educators and academic experts.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Preparing course objectives, modules, assessments, and learning resources requires significant time and effort.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Updating curricula to match new technologies and industry requirements is a slow process.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Manual curriculum design may lead to inconsistencies and lack of standardization across courses.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Limited support for personalized learning and rapid curriculum generation.</a:t>
            </a: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77618A5C-D619-991F-E5BE-E77347C73C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544C4A-25D2-E542-A79E-1E54EDA09CD4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8FFF06A1-C9DE-44E8-09B6-28A7E8C0E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4DE47-1931-C634-1C5C-7F4C5798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972CC-6A50-2DD3-90A2-9DA56CE03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1B1C-0224-3650-8C2C-5D420D792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Flow Diagram</a:t>
            </a:r>
            <a:r>
              <a:rPr lang="en-US" sz="2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/Architecture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626DD86B-D21D-1522-CC39-0051B7A019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40E627-E50B-7D4A-BF44-1C82372BDF89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B7B6BDB9-D75B-E521-DACC-C97C12E65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A7C7F-2F42-0FB3-AFEC-71429EC8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ADF56F-4834-5A1D-2257-8E313802D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459706"/>
            <a:ext cx="7391400" cy="4744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582684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5B146-9F30-DC05-5C17-D3AB52E1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D01A7-2AB4-AED4-3E3B-12C83D67B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E57C3471-7017-2D1E-02DD-29FDB1FA1C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40E627-E50B-7D4A-BF44-1C82372BDF89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1A77BAC0-40ED-8F12-FE70-CDB539A23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201DE-C48C-8038-D60A-74F647E3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F68C75-F562-6899-0E8B-B804C1D7D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59706"/>
            <a:ext cx="7886700" cy="4351338"/>
          </a:xfrm>
        </p:spPr>
        <p:txBody>
          <a:bodyPr/>
          <a:lstStyle/>
          <a:p>
            <a:pPr lvl="0"/>
            <a:r>
              <a:rPr lang="en-IN" dirty="0"/>
              <a:t>Frontend: HTML, CSS, JavaScript (or React, if a framework is used).</a:t>
            </a:r>
          </a:p>
          <a:p>
            <a:pPr lvl="0"/>
            <a:r>
              <a:rPr lang="en-US" dirty="0"/>
              <a:t>Backend: Python with Flask or </a:t>
            </a:r>
            <a:r>
              <a:rPr lang="en-US" dirty="0" err="1"/>
              <a:t>FastAPI</a:t>
            </a:r>
            <a:r>
              <a:rPr lang="en-US" dirty="0"/>
              <a:t>.</a:t>
            </a:r>
            <a:endParaRPr lang="en-IN" dirty="0"/>
          </a:p>
          <a:p>
            <a:pPr lvl="0"/>
            <a:r>
              <a:rPr lang="en-US" dirty="0"/>
              <a:t>Database: SQLite / MySQL / PostgreSQL.</a:t>
            </a:r>
            <a:endParaRPr lang="en-IN" dirty="0"/>
          </a:p>
          <a:p>
            <a:pPr lvl="0"/>
            <a:r>
              <a:rPr lang="en-US" dirty="0"/>
              <a:t>AI/ML Stack: Python, scikit-learn, </a:t>
            </a:r>
            <a:r>
              <a:rPr lang="en-US" dirty="0" err="1"/>
              <a:t>PyTorch</a:t>
            </a:r>
            <a:r>
              <a:rPr lang="en-US" dirty="0"/>
              <a:t>/TensorFlow (for Model 1 and Model 3), Hugging Face / LLM API (for Model 2).</a:t>
            </a:r>
            <a:endParaRPr lang="en-IN" dirty="0"/>
          </a:p>
          <a:p>
            <a:pPr lvl="0"/>
            <a:r>
              <a:rPr lang="en-US" dirty="0"/>
              <a:t>LLM Integration: OpenAI GPT / Google Gemini / open-source LLM (e.g., Llama, Mistral) via API.</a:t>
            </a:r>
            <a:endParaRPr lang="en-IN" dirty="0"/>
          </a:p>
          <a:p>
            <a:pPr lvl="0"/>
            <a:r>
              <a:rPr lang="en-US" dirty="0"/>
              <a:t>Deployment: Local server or cloud (e.g., Render, Railway, AWS).</a:t>
            </a:r>
            <a:endParaRPr lang="en-IN" dirty="0"/>
          </a:p>
          <a:p>
            <a:pPr lvl="0"/>
            <a:r>
              <a:rPr lang="en-US" dirty="0"/>
              <a:t>Tools: Git, GitHub, Jupyter/</a:t>
            </a:r>
            <a:r>
              <a:rPr lang="en-US" dirty="0" err="1"/>
              <a:t>Colab</a:t>
            </a:r>
            <a:r>
              <a:rPr lang="en-US" dirty="0"/>
              <a:t>, VS Code.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09881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1E7D-0714-BA59-05CF-F74C8E689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20D6-994B-6217-1A2C-360B420E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4DE571DA-BE78-163E-D68C-6EDD2727F8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40E627-E50B-7D4A-BF44-1C82372BDF89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EA470093-D27B-15A8-1628-1EECFE898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5149F-602C-E34A-B361-47BC102F2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BBA1E-4772-B63D-A8F6-A376ADB7A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7886700" cy="4351338"/>
          </a:xfrm>
        </p:spPr>
        <p:txBody>
          <a:bodyPr/>
          <a:lstStyle/>
          <a:p>
            <a:pPr lvl="0"/>
            <a:r>
              <a:rPr lang="en-IN" sz="2000" dirty="0"/>
              <a:t>Model 1 – Student Proficiency Model</a:t>
            </a:r>
          </a:p>
          <a:p>
            <a:r>
              <a:rPr lang="en-IN" sz="2000" dirty="0"/>
              <a:t>Type: Deep learning / ML model for knowledge tracing.</a:t>
            </a:r>
          </a:p>
          <a:p>
            <a:r>
              <a:rPr lang="en-IN" sz="2000" dirty="0"/>
              <a:t>Input: Student quiz/assessment results (correctness, time, attempts).</a:t>
            </a:r>
          </a:p>
          <a:p>
            <a:r>
              <a:rPr lang="en-IN" sz="2000" dirty="0"/>
              <a:t>Output: Skill-wise mastery scores for each student.</a:t>
            </a:r>
          </a:p>
          <a:p>
            <a:r>
              <a:rPr lang="en-IN" sz="2000" dirty="0"/>
              <a:t>Possible approach: DKT-style RNN/transformer or a simpler gradient-boosted model over engineered features.</a:t>
            </a:r>
          </a:p>
          <a:p>
            <a:pPr lvl="0"/>
            <a:r>
              <a:rPr lang="en-IN" sz="2000" dirty="0"/>
              <a:t>Model 2 – Curriculum Design Model</a:t>
            </a:r>
          </a:p>
          <a:p>
            <a:r>
              <a:rPr lang="en-IN" sz="2000" dirty="0"/>
              <a:t>Type: LLM-based generator (possibly fine-tuned or prompted).</a:t>
            </a:r>
          </a:p>
          <a:p>
            <a:r>
              <a:rPr lang="en-IN" sz="2000" dirty="0"/>
              <a:t>Input: Course topic, level, duration, learning objectives, and industry skill set.</a:t>
            </a:r>
          </a:p>
          <a:p>
            <a:r>
              <a:rPr lang="en-IN" sz="2000" dirty="0"/>
              <a:t>Output: Structured curriculum (modules, learning outcomes, topics, assessments, resources).</a:t>
            </a:r>
          </a:p>
          <a:p>
            <a:r>
              <a:rPr lang="en-IN" sz="2000" dirty="0"/>
              <a:t>Possible approach: Prompted LLM with structured output schema, optionally fine-tuned on lesson-plan datasets.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6731925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A7E69-CBF3-7EC5-9972-A6F2D211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512A-331F-4B32-6D91-3D4E1D21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2455CFCB-8771-CD78-7652-09C93C09DF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40E627-E50B-7D4A-BF44-1C82372BDF89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76DAF425-E2F5-32D1-D2FF-E30C44DA6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0373C-1923-5410-A691-ADA28108A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DB475-C042-11A7-8A00-857FBA355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7886700" cy="4351338"/>
          </a:xfrm>
        </p:spPr>
        <p:txBody>
          <a:bodyPr/>
          <a:lstStyle/>
          <a:p>
            <a:pPr lvl="0"/>
            <a:r>
              <a:rPr lang="en-IN" sz="2000" dirty="0"/>
              <a:t>Model 3 – Industry Relevance Model</a:t>
            </a:r>
          </a:p>
          <a:p>
            <a:r>
              <a:rPr lang="en-IN" sz="2000" dirty="0"/>
              <a:t>Type: NLP/LLM-based skill extraction and ranking model.</a:t>
            </a:r>
          </a:p>
          <a:p>
            <a:r>
              <a:rPr lang="en-IN" sz="2000" dirty="0"/>
              <a:t>Input: Job descriptions from Mango, LinkedIn, etc.</a:t>
            </a:r>
          </a:p>
          <a:p>
            <a:r>
              <a:rPr lang="en-IN" sz="2000" dirty="0"/>
              <a:t>Output: Structured list of required skills, tools, soft skills, and demand scores.</a:t>
            </a:r>
          </a:p>
          <a:p>
            <a:r>
              <a:rPr lang="en-IN" sz="2000" dirty="0"/>
              <a:t>Possible approach: LLM or NER-based skill extractor (inspired by SKORE/Skill-LLM/</a:t>
            </a:r>
            <a:r>
              <a:rPr lang="en-IN" sz="2000" dirty="0" err="1"/>
              <a:t>SkillNer</a:t>
            </a:r>
            <a:r>
              <a:rPr lang="en-IN" sz="2000" dirty="0"/>
              <a:t>), followed by aggregation and ranking.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561305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6182-C56B-3090-BB7F-EBBD3C5D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Pros and Cons of Existing System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D93EB3A-797A-1C9C-9FF2-1FD34A79A4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492595"/>
              </p:ext>
            </p:extLst>
          </p:nvPr>
        </p:nvGraphicFramePr>
        <p:xfrm>
          <a:off x="228600" y="1143000"/>
          <a:ext cx="8324850" cy="4724398"/>
        </p:xfrm>
        <a:graphic>
          <a:graphicData uri="http://schemas.openxmlformats.org/drawingml/2006/table">
            <a:tbl>
              <a:tblPr/>
              <a:tblGrid>
                <a:gridCol w="4162425">
                  <a:extLst>
                    <a:ext uri="{9D8B030D-6E8A-4147-A177-3AD203B41FA5}">
                      <a16:colId xmlns:a16="http://schemas.microsoft.com/office/drawing/2014/main" val="4252258895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4110882327"/>
                    </a:ext>
                  </a:extLst>
                </a:gridCol>
              </a:tblGrid>
              <a:tr h="538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Pros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Cons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964276"/>
                  </a:ext>
                </a:extLst>
              </a:tr>
              <a:tr h="538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Ensures expert review and academic quality.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Time-consuming and </a:t>
                      </a:r>
                      <a:r>
                        <a:rPr lang="en-IN" sz="1600" dirty="0" err="1"/>
                        <a:t>labor-intensive</a:t>
                      </a:r>
                      <a:r>
                        <a:rPr lang="en-IN" sz="1600" dirty="0"/>
                        <a:t> process.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205959"/>
                  </a:ext>
                </a:extLst>
              </a:tr>
              <a:tr h="911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Can be customized to institutional requirements.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Difficult to update with evolving technologies and industry needs.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406478"/>
                  </a:ext>
                </a:extLst>
              </a:tr>
              <a:tr h="911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Provides better human judgment in curriculum planning.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Lack of consistency and standardization across curricula.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989292"/>
                  </a:ext>
                </a:extLst>
              </a:tr>
              <a:tr h="911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Well-established traditional curriculum development process.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Limited personalization for different learner levels.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601569"/>
                  </a:ext>
                </a:extLst>
              </a:tr>
              <a:tr h="911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Familiar workflow for educators and institutions.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Requires significant manual effort and frequent revisions.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247099"/>
                  </a:ext>
                </a:extLst>
              </a:tr>
            </a:tbl>
          </a:graphicData>
        </a:graphic>
      </p:graphicFrame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A3146C62-666C-67C7-63DF-0C645EF2BF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164A38F-66D0-3249-BDB1-19728BCC61CC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73BD44BD-9C2A-2C72-1990-9CA75DDCF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1B59B-9D82-53A9-BACD-4F7C403D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1B3D0-697B-4D0F-66C2-291325B1E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7FB4F-5906-D5C2-C9EF-616F2218C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Manual curriculum design is time-consuming and </a:t>
            </a:r>
            <a:r>
              <a:rPr lang="en-IN" sz="2800" dirty="0" err="1"/>
              <a:t>labor-intensive</a:t>
            </a:r>
            <a:r>
              <a:rPr lang="en-IN" sz="2800" dirty="0"/>
              <a:t>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 Frequent curriculum updates are required to keep pace with evolving technologies and industry demands.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Manual development leads to inconsistencies and increased workload for educators.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 Existing systems provide limited personalization for different learner levels.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800" dirty="0"/>
              <a:t> There is a need for an AI-based automated system to generate structured, customizable, and up-to-date curricula efficiently.</a:t>
            </a:r>
            <a:endParaRPr lang="en-US" sz="2800" dirty="0"/>
          </a:p>
          <a:p>
            <a:pPr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6154C12E-0FE3-043E-91A1-FB1BA00563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6F3171B-38C9-4048-8A52-8953721231B0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2614CE5A-E75D-45C0-AED2-59349D350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5E49B-4EFD-8A50-EF89-543593FF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B1C95-4744-461E-C6E4-35A801E6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 &amp; Deliverables 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DD4CB-253E-F5D2-F755-CBCEFF5B0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0" indent="0">
              <a:buNone/>
            </a:pPr>
            <a:r>
              <a:rPr lang="en-IN" sz="2800" b="1" dirty="0"/>
              <a:t>Objectives:</a:t>
            </a:r>
          </a:p>
          <a:p>
            <a:r>
              <a:rPr lang="en-IN" sz="2800" dirty="0"/>
              <a:t>Develop an AI-based system for automated curriculum generation using LLMs. </a:t>
            </a:r>
          </a:p>
          <a:p>
            <a:r>
              <a:rPr lang="en-IN" sz="2800" dirty="0"/>
              <a:t>Generate structured curricula with modules, outcomes, schedules, projects, and learning </a:t>
            </a:r>
            <a:r>
              <a:rPr lang="en-IN" sz="2800" dirty="0" err="1"/>
              <a:t>resources.Provide</a:t>
            </a:r>
            <a:r>
              <a:rPr lang="en-IN" sz="2800" dirty="0"/>
              <a:t> a customizable and adaptable curriculum framework for educators.</a:t>
            </a:r>
          </a:p>
          <a:p>
            <a:pPr marL="0" indent="0">
              <a:buNone/>
            </a:pPr>
            <a:r>
              <a:rPr lang="en-IN" sz="2800" b="1" dirty="0"/>
              <a:t>Deliverables:</a:t>
            </a:r>
          </a:p>
          <a:p>
            <a:r>
              <a:rPr lang="en-IN" sz="2800" dirty="0"/>
              <a:t>AI-Based Curriculum Generator: A web application that automatically creates structured curricula using LLMs. </a:t>
            </a:r>
          </a:p>
          <a:p>
            <a:r>
              <a:rPr lang="en-IN" sz="2800" dirty="0"/>
              <a:t>Customizable Curriculum: Allows educators to review, edit, and personalize the generated curriculum. </a:t>
            </a:r>
          </a:p>
          <a:p>
            <a:r>
              <a:rPr lang="en-IN" sz="2800" dirty="0"/>
              <a:t>Complete Curriculum Output: Generates course objectives, modules, learning outcomes, project ideas, and learning resources.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27DCCAF4-2051-81C6-BB7D-630CE44510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40E627-E50B-7D4A-BF44-1C82372BDF89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DC5A68FC-0B10-D4FC-5E40-F88E66CBB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E7F39-FB23-1075-80EE-082BF154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3D320E8A-105F-328C-8E2E-DFCB017A8A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1990543"/>
              </p:ext>
            </p:extLst>
          </p:nvPr>
        </p:nvGraphicFramePr>
        <p:xfrm>
          <a:off x="266700" y="1219201"/>
          <a:ext cx="7810501" cy="464819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25447">
                  <a:extLst>
                    <a:ext uri="{9D8B030D-6E8A-4147-A177-3AD203B41FA5}">
                      <a16:colId xmlns:a16="http://schemas.microsoft.com/office/drawing/2014/main" val="2325182488"/>
                    </a:ext>
                  </a:extLst>
                </a:gridCol>
                <a:gridCol w="2582980">
                  <a:extLst>
                    <a:ext uri="{9D8B030D-6E8A-4147-A177-3AD203B41FA5}">
                      <a16:colId xmlns:a16="http://schemas.microsoft.com/office/drawing/2014/main" val="294493564"/>
                    </a:ext>
                  </a:extLst>
                </a:gridCol>
                <a:gridCol w="4102074">
                  <a:extLst>
                    <a:ext uri="{9D8B030D-6E8A-4147-A177-3AD203B41FA5}">
                      <a16:colId xmlns:a16="http://schemas.microsoft.com/office/drawing/2014/main" val="2058060382"/>
                    </a:ext>
                  </a:extLst>
                </a:gridCol>
              </a:tblGrid>
              <a:tr h="319826">
                <a:tc>
                  <a:txBody>
                    <a:bodyPr/>
                    <a:lstStyle/>
                    <a:p>
                      <a:pPr marL="138430">
                        <a:spcBef>
                          <a:spcPts val="6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SDG</a:t>
                      </a:r>
                      <a:r>
                        <a:rPr lang="en-US" sz="1400" spc="20">
                          <a:effectLst/>
                        </a:rPr>
                        <a:t> </a:t>
                      </a:r>
                      <a:r>
                        <a:rPr lang="en-US" sz="1400" spc="-25">
                          <a:effectLst/>
                        </a:rPr>
                        <a:t>No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985">
                        <a:spcBef>
                          <a:spcPts val="6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Goal </a:t>
                      </a:r>
                      <a:r>
                        <a:rPr lang="en-US" sz="1400" spc="-10">
                          <a:effectLst/>
                        </a:rPr>
                        <a:t>Title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60"/>
                        </a:spcBef>
                        <a:buNone/>
                      </a:pPr>
                      <a:r>
                        <a:rPr lang="en-US" sz="1400" spc="-10">
                          <a:effectLst/>
                        </a:rPr>
                        <a:t>Justification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5336622"/>
                  </a:ext>
                </a:extLst>
              </a:tr>
              <a:tr h="851244">
                <a:tc>
                  <a:txBody>
                    <a:bodyPr/>
                    <a:lstStyle/>
                    <a:p>
                      <a:pPr marL="71120">
                        <a:spcBef>
                          <a:spcPts val="70"/>
                        </a:spcBef>
                        <a:buNone/>
                      </a:pPr>
                      <a:r>
                        <a:rPr lang="en-US" sz="1400" spc="-50">
                          <a:effectLst/>
                        </a:rPr>
                        <a:t>4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spcBef>
                          <a:spcPts val="70"/>
                        </a:spcBef>
                        <a:buNone/>
                      </a:pPr>
                      <a:r>
                        <a:rPr lang="en-US" sz="1400" dirty="0">
                          <a:effectLst/>
                        </a:rPr>
                        <a:t>Quality</a:t>
                      </a:r>
                      <a:r>
                        <a:rPr lang="en-US" sz="1400" spc="-35" dirty="0">
                          <a:effectLst/>
                        </a:rPr>
                        <a:t> </a:t>
                      </a:r>
                      <a:r>
                        <a:rPr lang="en-US" sz="1400" spc="-10" dirty="0">
                          <a:effectLst/>
                        </a:rPr>
                        <a:t>Education</a:t>
                      </a:r>
                      <a:endParaRPr lang="en-IN" sz="14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spcBef>
                          <a:spcPts val="1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The</a:t>
                      </a:r>
                      <a:r>
                        <a:rPr lang="en-US" sz="1400" spc="-2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project</a:t>
                      </a:r>
                      <a:r>
                        <a:rPr lang="en-US" sz="1400" spc="-3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improves</a:t>
                      </a:r>
                      <a:r>
                        <a:rPr lang="en-US" sz="1400" spc="-3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education</a:t>
                      </a:r>
                      <a:r>
                        <a:rPr lang="en-US" sz="1400" spc="-2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by</a:t>
                      </a:r>
                      <a:r>
                        <a:rPr lang="en-US" sz="1400" spc="-30">
                          <a:effectLst/>
                        </a:rPr>
                        <a:t> </a:t>
                      </a:r>
                      <a:r>
                        <a:rPr lang="en-US" sz="1400" spc="-10">
                          <a:effectLst/>
                        </a:rPr>
                        <a:t>generating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lnSpc>
                          <a:spcPts val="145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structured,</a:t>
                      </a:r>
                      <a:r>
                        <a:rPr lang="en-US" sz="1400" spc="-5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up-to-date,</a:t>
                      </a:r>
                      <a:r>
                        <a:rPr lang="en-US" sz="1400" spc="-6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and</a:t>
                      </a:r>
                      <a:r>
                        <a:rPr lang="en-US" sz="1400" spc="-6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personalized curricula efficiently.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90903801"/>
                  </a:ext>
                </a:extLst>
              </a:tr>
              <a:tr h="965327">
                <a:tc>
                  <a:txBody>
                    <a:bodyPr/>
                    <a:lstStyle/>
                    <a:p>
                      <a:pPr marL="71120">
                        <a:spcBef>
                          <a:spcPts val="60"/>
                        </a:spcBef>
                        <a:buNone/>
                      </a:pPr>
                      <a:r>
                        <a:rPr lang="en-US" sz="1400" spc="-50">
                          <a:effectLst/>
                        </a:rPr>
                        <a:t>9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30000"/>
                        </a:lnSpc>
                        <a:spcBef>
                          <a:spcPts val="6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Industry,</a:t>
                      </a:r>
                      <a:r>
                        <a:rPr lang="en-US" sz="1400" spc="-8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Innovation</a:t>
                      </a:r>
                      <a:r>
                        <a:rPr lang="en-US" sz="1400" spc="-8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and </a:t>
                      </a:r>
                      <a:r>
                        <a:rPr lang="en-US" sz="1400" spc="-10">
                          <a:effectLst/>
                        </a:rPr>
                        <a:t>Infrastructure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marR="782955" algn="just">
                        <a:lnSpc>
                          <a:spcPts val="16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The project uses AI and LLMs to introduce innovation in curriculum design and educational planning.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92172430"/>
                  </a:ext>
                </a:extLst>
              </a:tr>
              <a:tr h="1255901">
                <a:tc>
                  <a:txBody>
                    <a:bodyPr/>
                    <a:lstStyle/>
                    <a:p>
                      <a:pPr marL="71120">
                        <a:spcBef>
                          <a:spcPts val="70"/>
                        </a:spcBef>
                        <a:buNone/>
                      </a:pPr>
                      <a:r>
                        <a:rPr lang="en-US" sz="1400" spc="-25">
                          <a:effectLst/>
                        </a:rPr>
                        <a:t>10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spcBef>
                          <a:spcPts val="70"/>
                        </a:spcBef>
                        <a:buNone/>
                      </a:pPr>
                      <a:r>
                        <a:rPr lang="en-US" sz="1400" dirty="0">
                          <a:effectLst/>
                        </a:rPr>
                        <a:t>Reduced</a:t>
                      </a:r>
                      <a:r>
                        <a:rPr lang="en-US" sz="1400" spc="-35" dirty="0">
                          <a:effectLst/>
                        </a:rPr>
                        <a:t> </a:t>
                      </a:r>
                      <a:r>
                        <a:rPr lang="en-US" sz="1400" spc="-10" dirty="0">
                          <a:effectLst/>
                        </a:rPr>
                        <a:t>Inequalities</a:t>
                      </a:r>
                    </a:p>
                    <a:p>
                      <a:pPr marL="71120">
                        <a:spcBef>
                          <a:spcPts val="70"/>
                        </a:spcBef>
                        <a:buNone/>
                      </a:pPr>
                      <a:endParaRPr lang="en-IN" sz="14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marR="783590" algn="just">
                        <a:lnSpc>
                          <a:spcPct val="126000"/>
                        </a:lnSpc>
                        <a:spcBef>
                          <a:spcPts val="38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The project provides standardized and adaptable curricula for learners</a:t>
                      </a:r>
                      <a:r>
                        <a:rPr lang="en-US" sz="1400" spc="10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with</a:t>
                      </a:r>
                      <a:r>
                        <a:rPr lang="en-US" sz="1400" spc="9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different</a:t>
                      </a:r>
                      <a:r>
                        <a:rPr lang="en-US" sz="1400" spc="100">
                          <a:effectLst/>
                        </a:rPr>
                        <a:t> </a:t>
                      </a:r>
                      <a:r>
                        <a:rPr lang="en-US" sz="1400" spc="-10">
                          <a:effectLst/>
                        </a:rPr>
                        <a:t>educational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lnSpc>
                          <a:spcPts val="1140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needs.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549168"/>
                  </a:ext>
                </a:extLst>
              </a:tr>
              <a:tr h="1255901">
                <a:tc>
                  <a:txBody>
                    <a:bodyPr/>
                    <a:lstStyle/>
                    <a:p>
                      <a:pPr marL="71120">
                        <a:spcBef>
                          <a:spcPts val="60"/>
                        </a:spcBef>
                        <a:buNone/>
                      </a:pPr>
                      <a:r>
                        <a:rPr lang="en-US" sz="1400" spc="-25">
                          <a:effectLst/>
                        </a:rPr>
                        <a:t>17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spcBef>
                          <a:spcPts val="60"/>
                        </a:spcBef>
                        <a:buNone/>
                      </a:pPr>
                      <a:r>
                        <a:rPr lang="en-US" sz="1400" b="0" spc="-1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MT"/>
                          <a:cs typeface="Arial MT"/>
                        </a:rPr>
                        <a:t>Partnerships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749300">
                        <a:lnSpc>
                          <a:spcPct val="125000"/>
                        </a:lnSpc>
                        <a:spcBef>
                          <a:spcPts val="380"/>
                        </a:spcBef>
                        <a:buNone/>
                      </a:pPr>
                      <a:r>
                        <a:rPr lang="en-US" sz="1400" dirty="0">
                          <a:effectLst/>
                        </a:rPr>
                        <a:t>The</a:t>
                      </a:r>
                      <a:r>
                        <a:rPr lang="en-US" sz="1400" spc="-5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project</a:t>
                      </a:r>
                      <a:r>
                        <a:rPr lang="en-US" sz="1400" spc="-6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supports</a:t>
                      </a:r>
                      <a:r>
                        <a:rPr lang="en-US" sz="1400" spc="-6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collaboration between educators, institutions, and AI technologies to improve</a:t>
                      </a:r>
                      <a:endParaRPr lang="en-IN" sz="1400" dirty="0">
                        <a:effectLst/>
                      </a:endParaRPr>
                    </a:p>
                    <a:p>
                      <a:pPr marL="71120">
                        <a:lnSpc>
                          <a:spcPts val="116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400" dirty="0">
                          <a:effectLst/>
                        </a:rPr>
                        <a:t>curriculum</a:t>
                      </a:r>
                      <a:r>
                        <a:rPr lang="en-US" sz="1400" spc="-30" dirty="0">
                          <a:effectLst/>
                        </a:rPr>
                        <a:t> </a:t>
                      </a:r>
                      <a:r>
                        <a:rPr lang="en-US" sz="1400" spc="-10" dirty="0">
                          <a:effectLst/>
                        </a:rPr>
                        <a:t>development.</a:t>
                      </a:r>
                      <a:endParaRPr lang="en-IN" sz="14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76798227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EB1D7-F71A-BE96-D838-64E5F1B0E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2A84E-44BE-0E74-E443-2BA96C63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1E335621-FC1A-76DA-CF5A-3391A9680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3323897-E07E-D7DE-E573-C20F1E0E1EE1}"/>
              </a:ext>
            </a:extLst>
          </p:cNvPr>
          <p:cNvSpPr txBox="1">
            <a:spLocks/>
          </p:cNvSpPr>
          <p:nvPr/>
        </p:nvSpPr>
        <p:spPr bwMode="auto">
          <a:xfrm>
            <a:off x="266700" y="145269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SDG Mapping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99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D39FD84-52C6-099D-67E2-2035EE54BF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351330"/>
              </p:ext>
            </p:extLst>
          </p:nvPr>
        </p:nvGraphicFramePr>
        <p:xfrm>
          <a:off x="266700" y="1066710"/>
          <a:ext cx="7810500" cy="51054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67521">
                  <a:extLst>
                    <a:ext uri="{9D8B030D-6E8A-4147-A177-3AD203B41FA5}">
                      <a16:colId xmlns:a16="http://schemas.microsoft.com/office/drawing/2014/main" val="3997793202"/>
                    </a:ext>
                  </a:extLst>
                </a:gridCol>
                <a:gridCol w="2253859">
                  <a:extLst>
                    <a:ext uri="{9D8B030D-6E8A-4147-A177-3AD203B41FA5}">
                      <a16:colId xmlns:a16="http://schemas.microsoft.com/office/drawing/2014/main" val="1047988679"/>
                    </a:ext>
                  </a:extLst>
                </a:gridCol>
                <a:gridCol w="4289120">
                  <a:extLst>
                    <a:ext uri="{9D8B030D-6E8A-4147-A177-3AD203B41FA5}">
                      <a16:colId xmlns:a16="http://schemas.microsoft.com/office/drawing/2014/main" val="1688926572"/>
                    </a:ext>
                  </a:extLst>
                </a:gridCol>
              </a:tblGrid>
              <a:tr h="443483">
                <a:tc>
                  <a:txBody>
                    <a:bodyPr/>
                    <a:lstStyle/>
                    <a:p>
                      <a:pPr marL="10795" marR="3810" algn="ctr">
                        <a:lnSpc>
                          <a:spcPts val="1230"/>
                        </a:lnSpc>
                        <a:buNone/>
                      </a:pPr>
                      <a:r>
                        <a:rPr lang="en-US" sz="1400" spc="-25">
                          <a:effectLst/>
                        </a:rPr>
                        <a:t>PO</a:t>
                      </a:r>
                      <a:endParaRPr lang="en-IN" sz="1400">
                        <a:effectLst/>
                      </a:endParaRPr>
                    </a:p>
                    <a:p>
                      <a:pPr marL="10795" algn="ctr">
                        <a:spcBef>
                          <a:spcPts val="390"/>
                        </a:spcBef>
                        <a:buNone/>
                      </a:pPr>
                      <a:r>
                        <a:rPr lang="en-US" sz="1400" spc="-10">
                          <a:effectLst/>
                        </a:rPr>
                        <a:t>Number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 marR="635" algn="ctr">
                        <a:lnSpc>
                          <a:spcPts val="123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Name</a:t>
                      </a:r>
                      <a:r>
                        <a:rPr lang="en-US" sz="1400" spc="-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of</a:t>
                      </a:r>
                      <a:r>
                        <a:rPr lang="en-US" sz="1400" spc="-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the</a:t>
                      </a:r>
                      <a:r>
                        <a:rPr lang="en-US" sz="1400" spc="-30">
                          <a:effectLst/>
                        </a:rPr>
                        <a:t> </a:t>
                      </a:r>
                      <a:r>
                        <a:rPr lang="en-US" sz="1400" spc="-25">
                          <a:effectLst/>
                        </a:rPr>
                        <a:t>PO</a:t>
                      </a:r>
                      <a:endParaRPr lang="en-IN" sz="1400">
                        <a:effectLst/>
                      </a:endParaRPr>
                    </a:p>
                    <a:p>
                      <a:pPr marL="6350" algn="ctr">
                        <a:spcBef>
                          <a:spcPts val="390"/>
                        </a:spcBef>
                        <a:buNone/>
                      </a:pPr>
                      <a:r>
                        <a:rPr lang="en-US" sz="1400" spc="-10">
                          <a:effectLst/>
                        </a:rPr>
                        <a:t>Targeted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algn="ctr">
                        <a:spcBef>
                          <a:spcPts val="800"/>
                        </a:spcBef>
                        <a:buNone/>
                      </a:pPr>
                      <a:r>
                        <a:rPr lang="en-US" sz="1400" spc="-10">
                          <a:effectLst/>
                        </a:rPr>
                        <a:t>Justification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1351373"/>
                  </a:ext>
                </a:extLst>
              </a:tr>
              <a:tr h="667264">
                <a:tc>
                  <a:txBody>
                    <a:bodyPr/>
                    <a:lstStyle/>
                    <a:p>
                      <a:pPr marL="71120">
                        <a:spcBef>
                          <a:spcPts val="365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buNone/>
                      </a:pPr>
                      <a:r>
                        <a:rPr lang="en-US" sz="1400" spc="-25">
                          <a:effectLst/>
                        </a:rPr>
                        <a:t>PO1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marR="185420">
                        <a:lnSpc>
                          <a:spcPct val="128000"/>
                        </a:lnSpc>
                        <a:spcBef>
                          <a:spcPts val="815"/>
                        </a:spcBef>
                        <a:buNone/>
                      </a:pPr>
                      <a:r>
                        <a:rPr lang="en-US" sz="1400" spc="-10" dirty="0">
                          <a:effectLst/>
                        </a:rPr>
                        <a:t>Engineering Knowledge</a:t>
                      </a:r>
                      <a:endParaRPr lang="en-IN" sz="14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buNone/>
                      </a:pPr>
                      <a:r>
                        <a:rPr lang="en-US" sz="1400">
                          <a:effectLst/>
                        </a:rPr>
                        <a:t>The project applies AI, LLMs, and web development</a:t>
                      </a:r>
                      <a:r>
                        <a:rPr lang="en-US" sz="1400" spc="-5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knowledge</a:t>
                      </a:r>
                      <a:r>
                        <a:rPr lang="en-US" sz="1400" spc="-5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to</a:t>
                      </a:r>
                      <a:r>
                        <a:rPr lang="en-US" sz="1400" spc="-4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automate</a:t>
                      </a:r>
                      <a:r>
                        <a:rPr lang="en-US" sz="1400" spc="-5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curriculum </a:t>
                      </a:r>
                      <a:r>
                        <a:rPr lang="en-US" sz="1400" spc="-10">
                          <a:effectLst/>
                        </a:rPr>
                        <a:t>design.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87463220"/>
                  </a:ext>
                </a:extLst>
              </a:tr>
              <a:tr h="665224">
                <a:tc>
                  <a:txBody>
                    <a:bodyPr/>
                    <a:lstStyle/>
                    <a:p>
                      <a:pPr marL="71120">
                        <a:spcBef>
                          <a:spcPts val="34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buNone/>
                      </a:pPr>
                      <a:r>
                        <a:rPr lang="en-US" sz="1400" spc="-25">
                          <a:effectLst/>
                        </a:rPr>
                        <a:t>PO2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spcBef>
                          <a:spcPts val="34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69215">
                        <a:buNone/>
                      </a:pPr>
                      <a:r>
                        <a:rPr lang="en-US" sz="1400">
                          <a:effectLst/>
                        </a:rPr>
                        <a:t>Problem</a:t>
                      </a:r>
                      <a:r>
                        <a:rPr lang="en-US" sz="1400" spc="35">
                          <a:effectLst/>
                        </a:rPr>
                        <a:t> </a:t>
                      </a:r>
                      <a:r>
                        <a:rPr lang="en-US" sz="1400" spc="-10">
                          <a:effectLst/>
                        </a:rPr>
                        <a:t>Analysis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The</a:t>
                      </a:r>
                      <a:r>
                        <a:rPr lang="en-US" sz="1400" spc="-2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project</a:t>
                      </a:r>
                      <a:r>
                        <a:rPr lang="en-US" sz="1400" spc="-3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identifies</a:t>
                      </a:r>
                      <a:r>
                        <a:rPr lang="en-US" sz="1400" spc="-3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the</a:t>
                      </a:r>
                      <a:r>
                        <a:rPr lang="en-US" sz="1400" spc="-3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limitations</a:t>
                      </a:r>
                      <a:r>
                        <a:rPr lang="en-US" sz="1400" spc="-3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of</a:t>
                      </a:r>
                      <a:r>
                        <a:rPr lang="en-US" sz="1400" spc="-3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manual curriculum design and provides an AI-based </a:t>
                      </a:r>
                      <a:r>
                        <a:rPr lang="en-US" sz="1400" spc="-10">
                          <a:effectLst/>
                        </a:rPr>
                        <a:t>solution.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67672525"/>
                  </a:ext>
                </a:extLst>
              </a:tr>
              <a:tr h="663863">
                <a:tc>
                  <a:txBody>
                    <a:bodyPr/>
                    <a:lstStyle/>
                    <a:p>
                      <a:pPr marL="71120">
                        <a:spcBef>
                          <a:spcPts val="34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buNone/>
                      </a:pPr>
                      <a:r>
                        <a:rPr lang="en-US" sz="1400" spc="-25">
                          <a:effectLst/>
                        </a:rPr>
                        <a:t>PO3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marR="185420">
                        <a:lnSpc>
                          <a:spcPct val="128000"/>
                        </a:lnSpc>
                        <a:spcBef>
                          <a:spcPts val="800"/>
                        </a:spcBef>
                        <a:buNone/>
                      </a:pPr>
                      <a:r>
                        <a:rPr lang="en-US" sz="1400" spc="-20">
                          <a:effectLst/>
                        </a:rPr>
                        <a:t>Design/Development </a:t>
                      </a:r>
                      <a:r>
                        <a:rPr lang="en-US" sz="1400">
                          <a:effectLst/>
                        </a:rPr>
                        <a:t>of Solutions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The project develops an intelligent web application</a:t>
                      </a:r>
                      <a:r>
                        <a:rPr lang="en-US" sz="1400" spc="-5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for</a:t>
                      </a:r>
                      <a:r>
                        <a:rPr lang="en-US" sz="1400" spc="-5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automated</a:t>
                      </a:r>
                      <a:r>
                        <a:rPr lang="en-US" sz="1400" spc="-5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curriculum</a:t>
                      </a:r>
                      <a:r>
                        <a:rPr lang="en-US" sz="1400" spc="-4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generation.</a:t>
                      </a:r>
                      <a:endParaRPr lang="en-IN" sz="14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56938383"/>
                  </a:ext>
                </a:extLst>
              </a:tr>
              <a:tr h="665905">
                <a:tc>
                  <a:txBody>
                    <a:bodyPr/>
                    <a:lstStyle/>
                    <a:p>
                      <a:pPr marL="71120">
                        <a:spcBef>
                          <a:spcPts val="1185"/>
                        </a:spcBef>
                        <a:buNone/>
                      </a:pPr>
                      <a:r>
                        <a:rPr lang="en-US" sz="1400" spc="-25">
                          <a:effectLst/>
                        </a:rPr>
                        <a:t>PO5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marR="185420">
                        <a:lnSpc>
                          <a:spcPct val="128000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1400" spc="-10">
                          <a:effectLst/>
                        </a:rPr>
                        <a:t>Engineering</a:t>
                      </a:r>
                      <a:r>
                        <a:rPr lang="en-US" sz="1400" spc="-75">
                          <a:effectLst/>
                        </a:rPr>
                        <a:t> </a:t>
                      </a:r>
                      <a:r>
                        <a:rPr lang="en-US" sz="1400" spc="-10">
                          <a:effectLst/>
                        </a:rPr>
                        <a:t>Tool Usage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buNone/>
                      </a:pPr>
                      <a:r>
                        <a:rPr lang="en-US" sz="1400">
                          <a:effectLst/>
                        </a:rPr>
                        <a:t>Use</a:t>
                      </a:r>
                      <a:r>
                        <a:rPr lang="en-US" sz="1400" spc="-2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LLMs,</a:t>
                      </a:r>
                      <a:r>
                        <a:rPr lang="en-US" sz="1400" spc="-1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APIs,</a:t>
                      </a:r>
                      <a:r>
                        <a:rPr lang="en-US" sz="1400" spc="-2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and</a:t>
                      </a:r>
                      <a:r>
                        <a:rPr lang="en-US" sz="1400" spc="-2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web</a:t>
                      </a:r>
                      <a:r>
                        <a:rPr lang="en-US" sz="1400" spc="-15">
                          <a:effectLst/>
                        </a:rPr>
                        <a:t> </a:t>
                      </a:r>
                      <a:r>
                        <a:rPr lang="en-US" sz="1400" spc="-10">
                          <a:effectLst/>
                        </a:rPr>
                        <a:t>frameworks.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97386010"/>
                  </a:ext>
                </a:extLst>
              </a:tr>
              <a:tr h="667264">
                <a:tc>
                  <a:txBody>
                    <a:bodyPr/>
                    <a:lstStyle/>
                    <a:p>
                      <a:pPr marL="71120">
                        <a:spcBef>
                          <a:spcPts val="34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buNone/>
                      </a:pPr>
                      <a:r>
                        <a:rPr lang="en-US" sz="1400" spc="-25">
                          <a:effectLst/>
                        </a:rPr>
                        <a:t>PO7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spcBef>
                          <a:spcPts val="34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69215">
                        <a:buNone/>
                      </a:pPr>
                      <a:r>
                        <a:rPr lang="en-US" sz="1400" spc="-10">
                          <a:effectLst/>
                        </a:rPr>
                        <a:t>Ethics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194945">
                        <a:buNone/>
                      </a:pPr>
                      <a:r>
                        <a:rPr lang="en-US" sz="1400" dirty="0">
                          <a:effectLst/>
                        </a:rPr>
                        <a:t>The</a:t>
                      </a:r>
                      <a:r>
                        <a:rPr lang="en-US" sz="1400" spc="-3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project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promotes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the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responsible</a:t>
                      </a:r>
                      <a:r>
                        <a:rPr lang="en-US" sz="1400" spc="-3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and ethical use of AI in education.</a:t>
                      </a:r>
                      <a:endParaRPr lang="en-IN" sz="14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98181721"/>
                  </a:ext>
                </a:extLst>
              </a:tr>
              <a:tr h="663863">
                <a:tc>
                  <a:txBody>
                    <a:bodyPr/>
                    <a:lstStyle/>
                    <a:p>
                      <a:pPr marL="71120">
                        <a:spcBef>
                          <a:spcPts val="34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buNone/>
                      </a:pPr>
                      <a:r>
                        <a:rPr lang="en-US" sz="1400" spc="-25">
                          <a:effectLst/>
                        </a:rPr>
                        <a:t>PO8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spcBef>
                          <a:spcPts val="1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Individual</a:t>
                      </a:r>
                      <a:r>
                        <a:rPr lang="en-US" sz="1400" spc="-50">
                          <a:effectLst/>
                        </a:rPr>
                        <a:t> </a:t>
                      </a:r>
                      <a:r>
                        <a:rPr lang="en-US" sz="1400" spc="-25">
                          <a:effectLst/>
                        </a:rPr>
                        <a:t>and</a:t>
                      </a:r>
                      <a:endParaRPr lang="en-IN" sz="1400">
                        <a:effectLst/>
                      </a:endParaRPr>
                    </a:p>
                    <a:p>
                      <a:pPr marL="71120" marR="185420">
                        <a:lnSpc>
                          <a:spcPts val="1600"/>
                        </a:lnSpc>
                        <a:spcBef>
                          <a:spcPts val="30"/>
                        </a:spcBef>
                        <a:buNone/>
                      </a:pPr>
                      <a:r>
                        <a:rPr lang="en-US" sz="1400" spc="-10">
                          <a:effectLst/>
                        </a:rPr>
                        <a:t>Collaborative</a:t>
                      </a:r>
                      <a:r>
                        <a:rPr lang="en-US" sz="1400" spc="-75">
                          <a:effectLst/>
                        </a:rPr>
                        <a:t> </a:t>
                      </a:r>
                      <a:r>
                        <a:rPr lang="en-US" sz="1400" spc="-10">
                          <a:effectLst/>
                        </a:rPr>
                        <a:t>Team </a:t>
                      </a:r>
                      <a:r>
                        <a:rPr lang="en-US" sz="1400" spc="-20">
                          <a:effectLst/>
                        </a:rPr>
                        <a:t>Work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The project encourages teamwork and effective collaboration during development.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65013884"/>
                  </a:ext>
                </a:extLst>
              </a:tr>
              <a:tr h="668624">
                <a:tc>
                  <a:txBody>
                    <a:bodyPr/>
                    <a:lstStyle/>
                    <a:p>
                      <a:pPr marL="71120">
                        <a:spcBef>
                          <a:spcPts val="365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buNone/>
                      </a:pPr>
                      <a:r>
                        <a:rPr lang="en-US" sz="1400" spc="-20">
                          <a:effectLst/>
                        </a:rPr>
                        <a:t>PO11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3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Life-Long</a:t>
                      </a:r>
                      <a:r>
                        <a:rPr lang="en-US" sz="1400" b="0" spc="-7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0" spc="-1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Learning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Arial MT"/>
                        <a:cs typeface="Arial MT"/>
                      </a:endParaRPr>
                    </a:p>
                    <a:p>
                      <a:pPr marL="71120">
                        <a:spcBef>
                          <a:spcPts val="365"/>
                        </a:spcBef>
                        <a:buNone/>
                      </a:pPr>
                      <a:endParaRPr lang="en-IN" sz="1400" dirty="0">
                        <a:effectLst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194945">
                        <a:lnSpc>
                          <a:spcPct val="125000"/>
                        </a:lnSpc>
                        <a:spcBef>
                          <a:spcPts val="380"/>
                        </a:spcBef>
                        <a:buNone/>
                      </a:pPr>
                      <a:r>
                        <a:rPr lang="en-US" sz="1400" dirty="0">
                          <a:effectLst/>
                        </a:rPr>
                        <a:t>The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project</a:t>
                      </a:r>
                      <a:r>
                        <a:rPr lang="en-US" sz="1400" spc="-4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promotes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continuous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learning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of AI and emerging technologies.</a:t>
                      </a:r>
                      <a:endParaRPr lang="en-IN" sz="14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6951761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3CB4-2F53-010F-F197-53652757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0E23C-2698-E331-453A-F1CCD76D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8F2C3ECF-2F42-0AF6-4B66-1634A323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37F1173-304E-14F2-FAA3-14AFA850EC38}"/>
              </a:ext>
            </a:extLst>
          </p:cNvPr>
          <p:cNvSpPr txBox="1">
            <a:spLocks/>
          </p:cNvSpPr>
          <p:nvPr/>
        </p:nvSpPr>
        <p:spPr bwMode="auto">
          <a:xfrm>
            <a:off x="266700" y="136525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PO Mapping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918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B26059CB-BD75-E3DA-CDF7-45C2277608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0169374"/>
              </p:ext>
            </p:extLst>
          </p:nvPr>
        </p:nvGraphicFramePr>
        <p:xfrm>
          <a:off x="266700" y="1066711"/>
          <a:ext cx="7810500" cy="487688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392433">
                  <a:extLst>
                    <a:ext uri="{9D8B030D-6E8A-4147-A177-3AD203B41FA5}">
                      <a16:colId xmlns:a16="http://schemas.microsoft.com/office/drawing/2014/main" val="289346058"/>
                    </a:ext>
                  </a:extLst>
                </a:gridCol>
                <a:gridCol w="3251362">
                  <a:extLst>
                    <a:ext uri="{9D8B030D-6E8A-4147-A177-3AD203B41FA5}">
                      <a16:colId xmlns:a16="http://schemas.microsoft.com/office/drawing/2014/main" val="1340257227"/>
                    </a:ext>
                  </a:extLst>
                </a:gridCol>
                <a:gridCol w="3166705">
                  <a:extLst>
                    <a:ext uri="{9D8B030D-6E8A-4147-A177-3AD203B41FA5}">
                      <a16:colId xmlns:a16="http://schemas.microsoft.com/office/drawing/2014/main" val="3895185276"/>
                    </a:ext>
                  </a:extLst>
                </a:gridCol>
              </a:tblGrid>
              <a:tr h="620956">
                <a:tc>
                  <a:txBody>
                    <a:bodyPr/>
                    <a:lstStyle/>
                    <a:p>
                      <a:pPr marL="9525" marR="1905" algn="ctr">
                        <a:spcBef>
                          <a:spcPts val="60"/>
                        </a:spcBef>
                        <a:buNone/>
                      </a:pPr>
                      <a:r>
                        <a:rPr lang="en-US" sz="1400" spc="-25">
                          <a:effectLst/>
                        </a:rPr>
                        <a:t>PSO</a:t>
                      </a:r>
                      <a:endParaRPr lang="en-IN" sz="1400">
                        <a:effectLst/>
                      </a:endParaRPr>
                    </a:p>
                    <a:p>
                      <a:pPr marL="9525" algn="ctr">
                        <a:spcBef>
                          <a:spcPts val="365"/>
                        </a:spcBef>
                        <a:buNone/>
                      </a:pPr>
                      <a:r>
                        <a:rPr lang="en-US" sz="1400" spc="-10">
                          <a:effectLst/>
                        </a:rPr>
                        <a:t>Number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205">
                        <a:spcBef>
                          <a:spcPts val="875"/>
                        </a:spcBef>
                        <a:buNone/>
                      </a:pPr>
                      <a:r>
                        <a:rPr lang="en-US" sz="1400" dirty="0">
                          <a:effectLst/>
                        </a:rPr>
                        <a:t>Name</a:t>
                      </a:r>
                      <a:r>
                        <a:rPr lang="en-US" sz="1400" spc="-3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of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the</a:t>
                      </a:r>
                      <a:r>
                        <a:rPr lang="en-US" sz="1400" spc="-5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PSO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spc="-10" dirty="0">
                          <a:effectLst/>
                        </a:rPr>
                        <a:t>Targeted</a:t>
                      </a:r>
                      <a:endParaRPr lang="en-IN" sz="14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9455">
                        <a:spcBef>
                          <a:spcPts val="875"/>
                        </a:spcBef>
                        <a:buNone/>
                      </a:pPr>
                      <a:r>
                        <a:rPr lang="en-US" sz="1400" spc="-10">
                          <a:effectLst/>
                        </a:rPr>
                        <a:t>Justification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21784984"/>
                  </a:ext>
                </a:extLst>
              </a:tr>
              <a:tr h="2133221">
                <a:tc>
                  <a:txBody>
                    <a:bodyPr/>
                    <a:lstStyle/>
                    <a:p>
                      <a:pPr marL="71120"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buNone/>
                      </a:pPr>
                      <a:r>
                        <a:rPr lang="en-US" sz="1400" spc="-20">
                          <a:effectLst/>
                        </a:rPr>
                        <a:t>PSO1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marR="17145">
                        <a:lnSpc>
                          <a:spcPct val="130000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Apply the knowledge of Artificial Intelligence to design, develop, and evaluate computational solutions</a:t>
                      </a:r>
                      <a:r>
                        <a:rPr lang="en-US" sz="1400" spc="-2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for</a:t>
                      </a:r>
                      <a:r>
                        <a:rPr lang="en-US" sz="1400" spc="-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complex</a:t>
                      </a:r>
                      <a:r>
                        <a:rPr lang="en-US" sz="1400" spc="-1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problems</a:t>
                      </a:r>
                      <a:r>
                        <a:rPr lang="en-US" sz="1400" spc="-8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in diverse domains, such as healthcare, finance, and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lnSpc>
                          <a:spcPts val="1120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automation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The project applies Artificial Intelligence and Large Language Models (LLMs) to automate curriculum</a:t>
                      </a:r>
                      <a:r>
                        <a:rPr lang="en-US" sz="1400" spc="-3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design</a:t>
                      </a:r>
                      <a:r>
                        <a:rPr lang="en-US" sz="1400" spc="-3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and</a:t>
                      </a:r>
                      <a:r>
                        <a:rPr lang="en-US" sz="1400" spc="-4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provide</a:t>
                      </a:r>
                      <a:r>
                        <a:rPr lang="en-US" sz="1400" spc="-3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an intelligent</a:t>
                      </a:r>
                      <a:r>
                        <a:rPr lang="en-US" sz="1400" spc="-6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solution</a:t>
                      </a:r>
                      <a:r>
                        <a:rPr lang="en-US" sz="1400" spc="-65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for</a:t>
                      </a:r>
                      <a:r>
                        <a:rPr lang="en-US" sz="1400" spc="-6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educational </a:t>
                      </a:r>
                      <a:r>
                        <a:rPr lang="en-US" sz="1400" spc="-10">
                          <a:effectLst/>
                        </a:rPr>
                        <a:t>planning.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91629788"/>
                  </a:ext>
                </a:extLst>
              </a:tr>
              <a:tr h="2122712">
                <a:tc>
                  <a:txBody>
                    <a:bodyPr/>
                    <a:lstStyle/>
                    <a:p>
                      <a:pPr marL="71120"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spcBef>
                          <a:spcPts val="1175"/>
                        </a:spcBef>
                        <a:buNone/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IN" sz="1400">
                        <a:effectLst/>
                      </a:endParaRPr>
                    </a:p>
                    <a:p>
                      <a:pPr marL="71120">
                        <a:buNone/>
                      </a:pPr>
                      <a:r>
                        <a:rPr lang="en-US" sz="1400" spc="-20">
                          <a:effectLst/>
                        </a:rPr>
                        <a:t>PSO2</a:t>
                      </a:r>
                      <a:endParaRPr lang="en-IN" sz="14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marR="110490">
                        <a:lnSpc>
                          <a:spcPct val="128000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Demonstrate expertise in using advanced ML tools, techniques, and frameworks to develop innovative solutions for data analysis,</a:t>
                      </a:r>
                      <a:r>
                        <a:rPr lang="en-US" sz="1400" b="0" spc="-7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pattern</a:t>
                      </a:r>
                      <a:r>
                        <a:rPr lang="en-US" sz="1400" b="0" spc="-7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recognition,</a:t>
                      </a:r>
                      <a:r>
                        <a:rPr lang="en-US" sz="1400" b="0" spc="-5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and intelligent decision-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71120">
                        <a:lnSpc>
                          <a:spcPts val="1140"/>
                        </a:lnSpc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making</a:t>
                      </a:r>
                      <a:r>
                        <a:rPr lang="en-US" sz="1400" b="0" spc="10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b="0" spc="-10" dirty="0">
                          <a:solidFill>
                            <a:schemeClr val="tx1"/>
                          </a:solidFill>
                          <a:effectLst/>
                        </a:rPr>
                        <a:t>system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71120" marR="110490">
                        <a:lnSpc>
                          <a:spcPct val="128000"/>
                        </a:lnSpc>
                        <a:spcBef>
                          <a:spcPts val="80"/>
                        </a:spcBef>
                        <a:buNone/>
                      </a:pPr>
                      <a:endParaRPr lang="en-IN" sz="14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1400" dirty="0">
                          <a:effectLst/>
                        </a:rPr>
                        <a:t>The</a:t>
                      </a:r>
                      <a:r>
                        <a:rPr lang="en-US" sz="1400" spc="-3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project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uses</a:t>
                      </a:r>
                      <a:r>
                        <a:rPr lang="en-US" sz="1400" spc="-4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advanced</a:t>
                      </a:r>
                      <a:r>
                        <a:rPr lang="en-US" sz="1400" spc="-3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AI</a:t>
                      </a:r>
                      <a:r>
                        <a:rPr lang="en-US" sz="1400" spc="-4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tools and LLM frameworks to generate structured curricula, supporting intelligent decision-making and </a:t>
                      </a:r>
                      <a:r>
                        <a:rPr lang="en-US" sz="1400" spc="-10" dirty="0">
                          <a:effectLst/>
                        </a:rPr>
                        <a:t>automation.</a:t>
                      </a:r>
                      <a:endParaRPr lang="en-IN" sz="14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4607364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11007-D38D-0F73-2C0B-A93F73B0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D4A80-6F48-7F1A-33E1-350D191F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513E9703-AF6E-0769-91B5-9AEAE8E97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77D5B4A-06A2-ADD2-F82F-36544EDB78B3}"/>
              </a:ext>
            </a:extLst>
          </p:cNvPr>
          <p:cNvSpPr txBox="1">
            <a:spLocks/>
          </p:cNvSpPr>
          <p:nvPr/>
        </p:nvSpPr>
        <p:spPr bwMode="auto">
          <a:xfrm>
            <a:off x="266700" y="228509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PSO Mapping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246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533E-0DD5-A360-F281-5DC27602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A5D7D-F6C5-A78D-F62F-354C4D4F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293F4-01E4-CED3-6F7D-3E584583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9E00E122-8F0F-712B-FBDB-D0ED9857F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35F1885-66A7-762A-D244-D3AA6EC8089E}"/>
              </a:ext>
            </a:extLst>
          </p:cNvPr>
          <p:cNvSpPr txBox="1">
            <a:spLocks/>
          </p:cNvSpPr>
          <p:nvPr/>
        </p:nvSpPr>
        <p:spPr bwMode="auto">
          <a:xfrm>
            <a:off x="266700" y="228509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Timelines</a:t>
            </a:r>
          </a:p>
        </p:txBody>
      </p:sp>
      <p:pic>
        <p:nvPicPr>
          <p:cNvPr id="2" name="Image 3">
            <a:extLst>
              <a:ext uri="{FF2B5EF4-FFF2-40B4-BE49-F238E27FC236}">
                <a16:creationId xmlns:a16="http://schemas.microsoft.com/office/drawing/2014/main" id="{86C4A421-6135-E2B4-8B04-C5D854C2A60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47675" y="1071626"/>
            <a:ext cx="8248650" cy="502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41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EADC-0EEE-2C9E-54E4-932A3E410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DADFF-64F2-DEE6-B50B-34126AF74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3340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lang="en-US" sz="1200" dirty="0"/>
              <a:t>1. Shi, Y., Yu, K., Dong, Y., &amp; Chen, F. (2026). Large language models in education: a systematic review of empirical applications, benefits, and challenges. Computers and Education: Artificial Intelligence, 10.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US" sz="1200" dirty="0"/>
              <a:t>2. </a:t>
            </a:r>
            <a:r>
              <a:rPr lang="en-US" sz="1200" dirty="0" err="1"/>
              <a:t>Rockembach</a:t>
            </a:r>
            <a:r>
              <a:rPr lang="en-US" sz="1200" dirty="0"/>
              <a:t>, G. R., Sánchez, M. E. S., &amp; Thom, L. H. (2026). A Systematic LLM-Assisted Approach for Deriving Skills From Competencies: A Case in Business Process Management Education. IEEE Access.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US" sz="1200" dirty="0"/>
              <a:t>3. Satheesh, A., Powell, K., &amp; Wei, H. (2025). </a:t>
            </a:r>
            <a:r>
              <a:rPr lang="en-US" sz="1200" dirty="0" err="1"/>
              <a:t>cMALC</a:t>
            </a:r>
            <a:r>
              <a:rPr lang="en-US" sz="1200" dirty="0"/>
              <a:t>-D: Contextual Multi-Agent LLM Guided Curriculum Learning with Diversity-Based Context Blending. In Proceedings of the 34th ACM International Conference on Information and Knowledge Management (CIKM ’25).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US" sz="1200" dirty="0"/>
              <a:t>4. Zhang, X., Zhang, C., Sun, J., Xiao, J., Yang, Y., &amp; Luo, Y. (2025). </a:t>
            </a:r>
            <a:r>
              <a:rPr lang="en-US" sz="1200" dirty="0" err="1"/>
              <a:t>EduPlanner</a:t>
            </a:r>
            <a:r>
              <a:rPr lang="en-US" sz="1200" dirty="0"/>
              <a:t>: LLM-Based Multiagent Systems for Customized and Intelligent Instructional Design. IEEE Transactions on Learning Technologies.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US" sz="1200" dirty="0"/>
              <a:t>5. Li, S., Xiao, Y., Li, J., &amp; Li, Y. (2025). Automatic Construction System for Curriculum Knowledge Graphs Based on Large Language Models. In 2nd International Conference on Artificial Intelligence and Future Education (AIFE 2025).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US" sz="1200" dirty="0"/>
              <a:t>6. Ryu, K., Liao, Q., Li, Z., </a:t>
            </a:r>
            <a:r>
              <a:rPr lang="en-US" sz="1200" dirty="0" err="1"/>
              <a:t>Delgosha</a:t>
            </a:r>
            <a:r>
              <a:rPr lang="en-US" sz="1200" dirty="0"/>
              <a:t>, P., Sreenath, K., &amp; Mehr, N. (2025). </a:t>
            </a:r>
            <a:r>
              <a:rPr lang="en-US" sz="1200" dirty="0" err="1"/>
              <a:t>CurricuLLM</a:t>
            </a:r>
            <a:r>
              <a:rPr lang="en-US" sz="1200" dirty="0"/>
              <a:t>: Automatic Task Curricula Design for Learning Complex Robot Skills using Large Language Models.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US" sz="1200" dirty="0"/>
              <a:t>7. Song, T., Zhang, H., &amp; Xiao, Y. (2024). A High-Quality Generation Approach for Educational Programming Projects Using LLM. IEEE Transactions on Learning Technologies.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US" sz="1200" dirty="0"/>
              <a:t>8. Hu, B., Zheng, L., Zhu, J., Ding, L., Wang, Y., &amp; Gu, X. (2024). Teaching Plan Generation and Evaluation With GPT-4: Unleashing the Potential of LLM in Instructional Design. IEEE Transactions on Learning Technologies.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US" sz="1200" dirty="0"/>
              <a:t>9. Zhou, Y., Liu, Z., &amp; Dou, Z. (2024). Boosting the Potential of Large Language Models with an Intelligent Information Assistant. In 38th Conference on Neural Information Processing Systems (</a:t>
            </a:r>
            <a:r>
              <a:rPr lang="en-US" sz="1200" dirty="0" err="1"/>
              <a:t>NeurIPS</a:t>
            </a:r>
            <a:r>
              <a:rPr lang="en-US" sz="1200" dirty="0"/>
              <a:t> 2024).</a:t>
            </a:r>
            <a:endParaRPr lang="en-IN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US" sz="1200" dirty="0"/>
              <a:t>10. Huovinen, L., &amp; Hämäläinen, M. (2024). LLM-Assisted, Iterative Curriculum Writing: A Human-Centered AI Approach in Finnish Higher Education.</a:t>
            </a:r>
            <a:endParaRPr lang="en-IN" sz="1200" dirty="0"/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None/>
              <a:defRPr/>
            </a:pPr>
            <a:endParaRPr lang="en-US" sz="1200" dirty="0"/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sz="1200" dirty="0"/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sz="1200" dirty="0"/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sz="1200" dirty="0"/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FBA1A201-6B40-AEAA-8085-8F1407368D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E98BD84-CE13-3A4E-A584-364A90364486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E8E88272-2B89-6031-D5F8-A9954AF89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F8696-E0F4-FAFD-8102-1BA6CD31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DC9B6-3374-E414-8750-71C1ABAF4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14340" name="Slide Number Placeholder 4">
            <a:extLst>
              <a:ext uri="{FF2B5EF4-FFF2-40B4-BE49-F238E27FC236}">
                <a16:creationId xmlns:a16="http://schemas.microsoft.com/office/drawing/2014/main" id="{54B673C1-BF9C-DA33-8364-E63F71F4A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BEDEFEE-79E3-4247-B13F-BA9161CED57F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52600"/>
            <a:ext cx="6330013" cy="3566814"/>
          </a:xfrm>
          <a:prstGeom prst="rect">
            <a:avLst/>
          </a:prstGeom>
        </p:spPr>
      </p:pic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90080CEA-4FCC-B49B-15DF-FFC6382BF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50" y="19027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B32B7-1760-A489-AEC3-6C0024C6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3939</TotalTime>
  <Words>1927</Words>
  <Application>Microsoft Office PowerPoint</Application>
  <PresentationFormat>On-screen Show (4:3)</PresentationFormat>
  <Paragraphs>251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Arial MT</vt:lpstr>
      <vt:lpstr>Bahamas</vt:lpstr>
      <vt:lpstr>Calibri</vt:lpstr>
      <vt:lpstr>Calibri Light</vt:lpstr>
      <vt:lpstr>Cambria</vt:lpstr>
      <vt:lpstr>Office Theme</vt:lpstr>
      <vt:lpstr>    VARDHAMAN COLLEGE OF ENGINEERING, HYDERABAD Autonomous institute affiliated to JNTUH  DEPARTMENT OF CSE(AI&amp;ML) IV-Year Major Project Abstract Level Review</vt:lpstr>
      <vt:lpstr>Outlines</vt:lpstr>
      <vt:lpstr>Abstract</vt:lpstr>
      <vt:lpstr>Introduction</vt:lpstr>
      <vt:lpstr>Literature Review</vt:lpstr>
      <vt:lpstr>Existing System </vt:lpstr>
      <vt:lpstr>Flow Diagram/Architecture</vt:lpstr>
      <vt:lpstr>Methodology</vt:lpstr>
      <vt:lpstr>Methodology</vt:lpstr>
      <vt:lpstr>Methodology</vt:lpstr>
      <vt:lpstr>Pros and Cons of Existing System</vt:lpstr>
      <vt:lpstr>Problem Statement</vt:lpstr>
      <vt:lpstr>Objectives &amp; Deliverables Proposed System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Anudeep Mudhiraj</cp:lastModifiedBy>
  <cp:revision>209</cp:revision>
  <dcterms:created xsi:type="dcterms:W3CDTF">2006-08-16T00:00:00Z</dcterms:created>
  <dcterms:modified xsi:type="dcterms:W3CDTF">2026-07-31T09:32:42Z</dcterms:modified>
</cp:coreProperties>
</file>